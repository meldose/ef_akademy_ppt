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57"/>
  </p:notesMasterIdLst>
  <p:sldIdLst>
    <p:sldId id="317" r:id="rId6"/>
    <p:sldId id="368" r:id="rId7"/>
    <p:sldId id="404" r:id="rId8"/>
    <p:sldId id="260" r:id="rId9"/>
    <p:sldId id="261" r:id="rId10"/>
    <p:sldId id="396" r:id="rId11"/>
    <p:sldId id="400" r:id="rId12"/>
    <p:sldId id="379" r:id="rId13"/>
    <p:sldId id="349" r:id="rId14"/>
    <p:sldId id="329" r:id="rId15"/>
    <p:sldId id="419" r:id="rId16"/>
    <p:sldId id="407" r:id="rId17"/>
    <p:sldId id="414" r:id="rId18"/>
    <p:sldId id="351" r:id="rId19"/>
    <p:sldId id="370" r:id="rId20"/>
    <p:sldId id="408" r:id="rId21"/>
    <p:sldId id="371" r:id="rId22"/>
    <p:sldId id="405" r:id="rId23"/>
    <p:sldId id="387" r:id="rId24"/>
    <p:sldId id="380" r:id="rId25"/>
    <p:sldId id="354" r:id="rId26"/>
    <p:sldId id="375" r:id="rId27"/>
    <p:sldId id="376" r:id="rId28"/>
    <p:sldId id="410" r:id="rId29"/>
    <p:sldId id="411" r:id="rId30"/>
    <p:sldId id="386" r:id="rId31"/>
    <p:sldId id="406" r:id="rId32"/>
    <p:sldId id="388" r:id="rId33"/>
    <p:sldId id="394" r:id="rId34"/>
    <p:sldId id="389" r:id="rId35"/>
    <p:sldId id="402" r:id="rId36"/>
    <p:sldId id="403" r:id="rId37"/>
    <p:sldId id="398" r:id="rId38"/>
    <p:sldId id="359" r:id="rId39"/>
    <p:sldId id="360" r:id="rId40"/>
    <p:sldId id="417" r:id="rId41"/>
    <p:sldId id="361" r:id="rId42"/>
    <p:sldId id="401" r:id="rId43"/>
    <p:sldId id="416" r:id="rId44"/>
    <p:sldId id="420" r:id="rId45"/>
    <p:sldId id="397" r:id="rId46"/>
    <p:sldId id="409" r:id="rId47"/>
    <p:sldId id="347" r:id="rId48"/>
    <p:sldId id="384" r:id="rId49"/>
    <p:sldId id="385" r:id="rId50"/>
    <p:sldId id="390" r:id="rId51"/>
    <p:sldId id="391" r:id="rId52"/>
    <p:sldId id="392" r:id="rId53"/>
    <p:sldId id="393" r:id="rId54"/>
    <p:sldId id="395" r:id="rId55"/>
    <p:sldId id="399" r:id="rId5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1960"/>
    <a:srgbClr val="FB1A62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41B20-BAED-4BD4-B4F3-5A05827C8D97}" v="22" dt="2026-06-16T13:22:54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6-16T13:23:28.291" v="3219" actId="20577"/>
      <pc:docMkLst>
        <pc:docMk/>
      </pc:docMkLst>
      <pc:sldChg chg="modSp mod">
        <pc:chgData name="Midhun Eldose" userId="276e0ff496d1bc83" providerId="LiveId" clId="{EBE7DE87-C041-44F4-B6B2-379359185045}" dt="2026-06-15T15:37:55.284" v="2506" actId="20577"/>
        <pc:sldMkLst>
          <pc:docMk/>
          <pc:sldMk cId="674145726" sldId="260"/>
        </pc:sldMkLst>
        <pc:graphicFrameChg chg="modGraphic">
          <ac:chgData name="Midhun Eldose" userId="276e0ff496d1bc83" providerId="LiveId" clId="{EBE7DE87-C041-44F4-B6B2-379359185045}" dt="2026-06-15T15:37:55.284" v="2506" actId="20577"/>
          <ac:graphicFrameMkLst>
            <pc:docMk/>
            <pc:sldMk cId="674145726" sldId="260"/>
            <ac:graphicFrameMk id="9" creationId="{29479B6B-F538-0E70-8D94-4B61194632CB}"/>
          </ac:graphicFrameMkLst>
        </pc:graphicFrameChg>
      </pc:sldChg>
      <pc:sldChg chg="modSp mod">
        <pc:chgData name="Midhun Eldose" userId="276e0ff496d1bc83" providerId="LiveId" clId="{EBE7DE87-C041-44F4-B6B2-379359185045}" dt="2026-06-16T06:48:15.683" v="3165" actId="313"/>
        <pc:sldMkLst>
          <pc:docMk/>
          <pc:sldMk cId="3518121156" sldId="261"/>
        </pc:sldMkLst>
        <pc:spChg chg="mod">
          <ac:chgData name="Midhun Eldose" userId="276e0ff496d1bc83" providerId="LiveId" clId="{EBE7DE87-C041-44F4-B6B2-379359185045}" dt="2026-06-16T06:48:15.683" v="3165" actId="313"/>
          <ac:spMkLst>
            <pc:docMk/>
            <pc:sldMk cId="3518121156" sldId="261"/>
            <ac:spMk id="6" creationId="{70C83429-2AD8-5708-108E-9EA785AF82EE}"/>
          </ac:spMkLst>
        </pc:spChg>
      </pc:sldChg>
      <pc:sldChg chg="addSp delSp modSp mod">
        <pc:chgData name="Midhun Eldose" userId="276e0ff496d1bc83" providerId="LiveId" clId="{EBE7DE87-C041-44F4-B6B2-379359185045}" dt="2026-06-15T15:44:08.848" v="2508" actId="27309"/>
        <pc:sldMkLst>
          <pc:docMk/>
          <pc:sldMk cId="4261393044" sldId="317"/>
        </pc:sldMkLst>
        <pc:graphicFrameChg chg="add del modGraphic">
          <ac:chgData name="Midhun Eldose" userId="276e0ff496d1bc83" providerId="LiveId" clId="{EBE7DE87-C041-44F4-B6B2-379359185045}" dt="2026-06-15T15:44:08.848" v="2508" actId="27309"/>
          <ac:graphicFrameMkLst>
            <pc:docMk/>
            <pc:sldMk cId="4261393044" sldId="317"/>
            <ac:graphicFrameMk id="5" creationId="{918D9D8E-0560-DB09-9111-4B51331826EC}"/>
          </ac:graphicFrameMkLst>
        </pc:graphicFrameChg>
      </pc:sldChg>
      <pc:sldChg chg="addSp delSp modSp add mod modShow">
        <pc:chgData name="Midhun Eldose" userId="276e0ff496d1bc83" providerId="LiveId" clId="{EBE7DE87-C041-44F4-B6B2-379359185045}" dt="2026-06-16T05:53:44.250" v="2978" actId="20577"/>
        <pc:sldMkLst>
          <pc:docMk/>
          <pc:sldMk cId="1988433813" sldId="329"/>
        </pc:sldMkLst>
        <pc:spChg chg="add del">
          <ac:chgData name="Midhun Eldose" userId="276e0ff496d1bc83" providerId="LiveId" clId="{EBE7DE87-C041-44F4-B6B2-379359185045}" dt="2026-06-16T05:32:51.113" v="2636" actId="22"/>
          <ac:spMkLst>
            <pc:docMk/>
            <pc:sldMk cId="1988433813" sldId="329"/>
            <ac:spMk id="4" creationId="{B10F7DC8-A2D1-0257-29E4-232A41346042}"/>
          </ac:spMkLst>
        </pc:spChg>
        <pc:graphicFrameChg chg="modGraphic">
          <ac:chgData name="Midhun Eldose" userId="276e0ff496d1bc83" providerId="LiveId" clId="{EBE7DE87-C041-44F4-B6B2-379359185045}" dt="2026-06-16T05:53:44.250" v="2978" actId="20577"/>
          <ac:graphicFrameMkLst>
            <pc:docMk/>
            <pc:sldMk cId="1988433813" sldId="329"/>
            <ac:graphicFrameMk id="3" creationId="{D2CB9985-4B31-E416-CB0E-600240CD69CF}"/>
          </ac:graphicFrameMkLst>
        </pc:graphicFrameChg>
      </pc:sldChg>
      <pc:sldChg chg="mod modShow">
        <pc:chgData name="Midhun Eldose" userId="276e0ff496d1bc83" providerId="LiveId" clId="{EBE7DE87-C041-44F4-B6B2-379359185045}" dt="2026-06-15T15:51:47.456" v="2595" actId="729"/>
        <pc:sldMkLst>
          <pc:docMk/>
          <pc:sldMk cId="1646726869" sldId="347"/>
        </pc:sldMkLst>
      </pc:sldChg>
      <pc:sldChg chg="modSp mod">
        <pc:chgData name="Midhun Eldose" userId="276e0ff496d1bc83" providerId="LiveId" clId="{EBE7DE87-C041-44F4-B6B2-379359185045}" dt="2026-06-16T06:07:50.524" v="3055" actId="1076"/>
        <pc:sldMkLst>
          <pc:docMk/>
          <pc:sldMk cId="2984577213" sldId="360"/>
        </pc:sldMkLst>
        <pc:spChg chg="mod">
          <ac:chgData name="Midhun Eldose" userId="276e0ff496d1bc83" providerId="LiveId" clId="{EBE7DE87-C041-44F4-B6B2-379359185045}" dt="2026-06-16T06:06:55.837" v="3052" actId="14100"/>
          <ac:spMkLst>
            <pc:docMk/>
            <pc:sldMk cId="2984577213" sldId="360"/>
            <ac:spMk id="3" creationId="{17D3EF7C-7C32-5226-9256-E2122E36AF52}"/>
          </ac:spMkLst>
        </pc:spChg>
        <pc:picChg chg="mod">
          <ac:chgData name="Midhun Eldose" userId="276e0ff496d1bc83" providerId="LiveId" clId="{EBE7DE87-C041-44F4-B6B2-379359185045}" dt="2026-06-16T06:04:08.029" v="3048" actId="1076"/>
          <ac:picMkLst>
            <pc:docMk/>
            <pc:sldMk cId="2984577213" sldId="360"/>
            <ac:picMk id="2" creationId="{F8884FCD-31D0-4E0F-240C-A5F51AE7B06D}"/>
          </ac:picMkLst>
        </pc:picChg>
        <pc:picChg chg="mod">
          <ac:chgData name="Midhun Eldose" userId="276e0ff496d1bc83" providerId="LiveId" clId="{EBE7DE87-C041-44F4-B6B2-379359185045}" dt="2026-06-16T06:07:50.524" v="3055" actId="1076"/>
          <ac:picMkLst>
            <pc:docMk/>
            <pc:sldMk cId="2984577213" sldId="360"/>
            <ac:picMk id="8" creationId="{C262B6A2-EDD2-ECAA-8D1D-CAD3FA3B9F14}"/>
          </ac:picMkLst>
        </pc:picChg>
      </pc:sldChg>
      <pc:sldChg chg="mod modShow">
        <pc:chgData name="Midhun Eldose" userId="276e0ff496d1bc83" providerId="LiveId" clId="{EBE7DE87-C041-44F4-B6B2-379359185045}" dt="2026-06-15T15:50:31.646" v="2579" actId="729"/>
        <pc:sldMkLst>
          <pc:docMk/>
          <pc:sldMk cId="2561365940" sldId="361"/>
        </pc:sldMkLst>
      </pc:sldChg>
      <pc:sldChg chg="mod modShow">
        <pc:chgData name="Midhun Eldose" userId="276e0ff496d1bc83" providerId="LiveId" clId="{EBE7DE87-C041-44F4-B6B2-379359185045}" dt="2026-06-15T15:52:39.066" v="2598" actId="729"/>
        <pc:sldMkLst>
          <pc:docMk/>
          <pc:sldMk cId="1516154388" sldId="368"/>
        </pc:sldMkLst>
      </pc:sldChg>
      <pc:sldChg chg="modSp mod modShow">
        <pc:chgData name="Midhun Eldose" userId="276e0ff496d1bc83" providerId="LiveId" clId="{EBE7DE87-C041-44F4-B6B2-379359185045}" dt="2026-06-16T06:09:41.477" v="3056" actId="313"/>
        <pc:sldMkLst>
          <pc:docMk/>
          <pc:sldMk cId="0" sldId="379"/>
        </pc:sldMkLst>
        <pc:spChg chg="mod">
          <ac:chgData name="Midhun Eldose" userId="276e0ff496d1bc83" providerId="LiveId" clId="{EBE7DE87-C041-44F4-B6B2-379359185045}" dt="2026-06-16T06:09:41.477" v="3056" actId="313"/>
          <ac:spMkLst>
            <pc:docMk/>
            <pc:sldMk cId="0" sldId="379"/>
            <ac:spMk id="3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6-16T05:49:57.169" v="2899" actId="20577"/>
        <pc:sldMkLst>
          <pc:docMk/>
          <pc:sldMk cId="0" sldId="393"/>
        </pc:sldMkLst>
        <pc:spChg chg="mod">
          <ac:chgData name="Midhun Eldose" userId="276e0ff496d1bc83" providerId="LiveId" clId="{EBE7DE87-C041-44F4-B6B2-379359185045}" dt="2026-06-16T05:49:57.169" v="2899" actId="20577"/>
          <ac:spMkLst>
            <pc:docMk/>
            <pc:sldMk cId="0" sldId="393"/>
            <ac:spMk id="6" creationId="{A18EA054-2687-929B-BF4B-122D5B5AFEB8}"/>
          </ac:spMkLst>
        </pc:spChg>
      </pc:sldChg>
      <pc:sldChg chg="mod modShow">
        <pc:chgData name="Midhun Eldose" userId="276e0ff496d1bc83" providerId="LiveId" clId="{EBE7DE87-C041-44F4-B6B2-379359185045}" dt="2026-06-16T05:48:39.689" v="2796" actId="729"/>
        <pc:sldMkLst>
          <pc:docMk/>
          <pc:sldMk cId="0" sldId="397"/>
        </pc:sldMkLst>
      </pc:sldChg>
      <pc:sldChg chg="ord">
        <pc:chgData name="Midhun Eldose" userId="276e0ff496d1bc83" providerId="LiveId" clId="{EBE7DE87-C041-44F4-B6B2-379359185045}" dt="2026-06-16T06:03:38.366" v="3004"/>
        <pc:sldMkLst>
          <pc:docMk/>
          <pc:sldMk cId="0" sldId="401"/>
        </pc:sldMkLst>
      </pc:sldChg>
      <pc:sldChg chg="addSp delSp modSp mod delAnim modAnim modShow">
        <pc:chgData name="Midhun Eldose" userId="276e0ff496d1bc83" providerId="LiveId" clId="{EBE7DE87-C041-44F4-B6B2-379359185045}" dt="2026-06-15T15:52:28.823" v="2597" actId="729"/>
        <pc:sldMkLst>
          <pc:docMk/>
          <pc:sldMk cId="1242552388" sldId="404"/>
        </pc:sldMkLst>
        <pc:picChg chg="add mod">
          <ac:chgData name="Midhun Eldose" userId="276e0ff496d1bc83" providerId="LiveId" clId="{EBE7DE87-C041-44F4-B6B2-379359185045}" dt="2026-06-04T08:04:04.367" v="2440" actId="1076"/>
          <ac:picMkLst>
            <pc:docMk/>
            <pc:sldMk cId="1242552388" sldId="404"/>
            <ac:picMk id="4" creationId="{D052F047-2F35-F5FE-535C-0F61C7B97605}"/>
          </ac:picMkLst>
        </pc:picChg>
        <pc:picChg chg="add mod">
          <ac:chgData name="Midhun Eldose" userId="276e0ff496d1bc83" providerId="LiveId" clId="{EBE7DE87-C041-44F4-B6B2-379359185045}" dt="2026-06-04T08:04:05.936" v="2441" actId="1076"/>
          <ac:picMkLst>
            <pc:docMk/>
            <pc:sldMk cId="1242552388" sldId="404"/>
            <ac:picMk id="6" creationId="{B95AC7DB-31DA-B0B1-4950-5565DDA65D48}"/>
          </ac:picMkLst>
        </pc:picChg>
      </pc:sldChg>
      <pc:sldChg chg="modSp mod modShow">
        <pc:chgData name="Midhun Eldose" userId="276e0ff496d1bc83" providerId="LiveId" clId="{EBE7DE87-C041-44F4-B6B2-379359185045}" dt="2026-06-15T15:48:23.956" v="2545" actId="729"/>
        <pc:sldMkLst>
          <pc:docMk/>
          <pc:sldMk cId="3283342701" sldId="407"/>
        </pc:sldMkLst>
        <pc:spChg chg="mod">
          <ac:chgData name="Midhun Eldose" userId="276e0ff496d1bc83" providerId="LiveId" clId="{EBE7DE87-C041-44F4-B6B2-379359185045}" dt="2026-06-04T09:38:31.013" v="2463"/>
          <ac:spMkLst>
            <pc:docMk/>
            <pc:sldMk cId="3283342701" sldId="407"/>
            <ac:spMk id="2" creationId="{F2579E14-C9E4-1B2A-AEE9-4B3DBC6B9D8A}"/>
          </ac:spMkLst>
        </pc:spChg>
        <pc:spChg chg="mod">
          <ac:chgData name="Midhun Eldose" userId="276e0ff496d1bc83" providerId="LiveId" clId="{EBE7DE87-C041-44F4-B6B2-379359185045}" dt="2026-06-15T15:48:17.416" v="2544" actId="20577"/>
          <ac:spMkLst>
            <pc:docMk/>
            <pc:sldMk cId="3283342701" sldId="407"/>
            <ac:spMk id="6" creationId="{DD1362CF-3528-08B1-1E8E-2827D4938814}"/>
          </ac:spMkLst>
        </pc:spChg>
      </pc:sldChg>
      <pc:sldChg chg="modSp mod">
        <pc:chgData name="Midhun Eldose" userId="276e0ff496d1bc83" providerId="LiveId" clId="{EBE7DE87-C041-44F4-B6B2-379359185045}" dt="2026-06-15T15:49:40.181" v="2578" actId="20577"/>
        <pc:sldMkLst>
          <pc:docMk/>
          <pc:sldMk cId="1914705875" sldId="408"/>
        </pc:sldMkLst>
        <pc:spChg chg="mod">
          <ac:chgData name="Midhun Eldose" userId="276e0ff496d1bc83" providerId="LiveId" clId="{EBE7DE87-C041-44F4-B6B2-379359185045}" dt="2026-06-15T15:49:40.181" v="2578" actId="20577"/>
          <ac:spMkLst>
            <pc:docMk/>
            <pc:sldMk cId="1914705875" sldId="408"/>
            <ac:spMk id="2" creationId="{28BD8ADC-D2BE-A797-4EA1-08B87F002E91}"/>
          </ac:spMkLst>
        </pc:spChg>
        <pc:spChg chg="mod">
          <ac:chgData name="Midhun Eldose" userId="276e0ff496d1bc83" providerId="LiveId" clId="{EBE7DE87-C041-44F4-B6B2-379359185045}" dt="2026-06-04T09:38:45.756" v="2468" actId="20577"/>
          <ac:spMkLst>
            <pc:docMk/>
            <pc:sldMk cId="1914705875" sldId="408"/>
            <ac:spMk id="6" creationId="{8596FD8B-3266-30CD-820B-3E11724BDC19}"/>
          </ac:spMkLst>
        </pc:spChg>
      </pc:sldChg>
      <pc:sldChg chg="modSp mod modShow">
        <pc:chgData name="Midhun Eldose" userId="276e0ff496d1bc83" providerId="LiveId" clId="{EBE7DE87-C041-44F4-B6B2-379359185045}" dt="2026-06-04T09:39:03.520" v="2471" actId="20577"/>
        <pc:sldMkLst>
          <pc:docMk/>
          <pc:sldMk cId="1505947198" sldId="409"/>
        </pc:sldMkLst>
        <pc:spChg chg="mod">
          <ac:chgData name="Midhun Eldose" userId="276e0ff496d1bc83" providerId="LiveId" clId="{EBE7DE87-C041-44F4-B6B2-379359185045}" dt="2026-06-04T09:39:02.130" v="2470"/>
          <ac:spMkLst>
            <pc:docMk/>
            <pc:sldMk cId="1505947198" sldId="409"/>
            <ac:spMk id="2" creationId="{2E91405D-A5C4-447E-9525-8EC9FF2FC6FE}"/>
          </ac:spMkLst>
        </pc:spChg>
        <pc:spChg chg="mod">
          <ac:chgData name="Midhun Eldose" userId="276e0ff496d1bc83" providerId="LiveId" clId="{EBE7DE87-C041-44F4-B6B2-379359185045}" dt="2026-06-04T09:39:03.520" v="2471" actId="20577"/>
          <ac:spMkLst>
            <pc:docMk/>
            <pc:sldMk cId="1505947198" sldId="409"/>
            <ac:spMk id="6" creationId="{D9CE48C9-2243-CFBF-BB11-5BC88F3C1D79}"/>
          </ac:spMkLst>
        </pc:spChg>
      </pc:sldChg>
      <pc:sldChg chg="modSp del mod">
        <pc:chgData name="Midhun Eldose" userId="276e0ff496d1bc83" providerId="LiveId" clId="{EBE7DE87-C041-44F4-B6B2-379359185045}" dt="2026-06-15T15:52:05.660" v="2596" actId="2696"/>
        <pc:sldMkLst>
          <pc:docMk/>
          <pc:sldMk cId="265538005" sldId="412"/>
        </pc:sldMkLst>
      </pc:sldChg>
      <pc:sldChg chg="modSp new del">
        <pc:chgData name="Midhun Eldose" userId="276e0ff496d1bc83" providerId="LiveId" clId="{EBE7DE87-C041-44F4-B6B2-379359185045}" dt="2026-06-15T15:53:10.342" v="2599" actId="2696"/>
        <pc:sldMkLst>
          <pc:docMk/>
          <pc:sldMk cId="146772455" sldId="413"/>
        </pc:sldMkLst>
      </pc:sldChg>
      <pc:sldChg chg="addSp modSp new mod">
        <pc:chgData name="Midhun Eldose" userId="276e0ff496d1bc83" providerId="LiveId" clId="{EBE7DE87-C041-44F4-B6B2-379359185045}" dt="2026-06-16T06:39:16.259" v="3161" actId="20577"/>
        <pc:sldMkLst>
          <pc:docMk/>
          <pc:sldMk cId="952362290" sldId="414"/>
        </pc:sldMkLst>
        <pc:spChg chg="mod">
          <ac:chgData name="Midhun Eldose" userId="276e0ff496d1bc83" providerId="LiveId" clId="{EBE7DE87-C041-44F4-B6B2-379359185045}" dt="2026-06-15T15:49:25.381" v="2576" actId="20577"/>
          <ac:spMkLst>
            <pc:docMk/>
            <pc:sldMk cId="952362290" sldId="414"/>
            <ac:spMk id="2" creationId="{B0A7578F-E71A-1F73-75E8-A8D7D928BAC0}"/>
          </ac:spMkLst>
        </pc:spChg>
        <pc:spChg chg="mod">
          <ac:chgData name="Midhun Eldose" userId="276e0ff496d1bc83" providerId="LiveId" clId="{EBE7DE87-C041-44F4-B6B2-379359185045}" dt="2026-06-16T06:39:16.259" v="3161" actId="20577"/>
          <ac:spMkLst>
            <pc:docMk/>
            <pc:sldMk cId="952362290" sldId="414"/>
            <ac:spMk id="3" creationId="{D697672E-E95E-5335-9EDB-EA28BF7C0B86}"/>
          </ac:spMkLst>
        </pc:spChg>
        <pc:picChg chg="add mod">
          <ac:chgData name="Midhun Eldose" userId="276e0ff496d1bc83" providerId="LiveId" clId="{EBE7DE87-C041-44F4-B6B2-379359185045}" dt="2026-06-16T05:39:01.707" v="2656" actId="1076"/>
          <ac:picMkLst>
            <pc:docMk/>
            <pc:sldMk cId="952362290" sldId="414"/>
            <ac:picMk id="6" creationId="{E3D776CD-955E-A0BC-66F8-BEFAD46EA869}"/>
          </ac:picMkLst>
        </pc:picChg>
      </pc:sldChg>
      <pc:sldChg chg="modSp new mod">
        <pc:chgData name="Midhun Eldose" userId="276e0ff496d1bc83" providerId="LiveId" clId="{EBE7DE87-C041-44F4-B6B2-379359185045}" dt="2026-06-16T05:48:22.947" v="2795" actId="20577"/>
        <pc:sldMkLst>
          <pc:docMk/>
          <pc:sldMk cId="1358949002" sldId="416"/>
        </pc:sldMkLst>
        <pc:spChg chg="mod">
          <ac:chgData name="Midhun Eldose" userId="276e0ff496d1bc83" providerId="LiveId" clId="{EBE7DE87-C041-44F4-B6B2-379359185045}" dt="2026-06-15T15:50:37.594" v="2581" actId="20577"/>
          <ac:spMkLst>
            <pc:docMk/>
            <pc:sldMk cId="1358949002" sldId="416"/>
            <ac:spMk id="2" creationId="{F2F4E63B-CAF1-C1BA-FD7E-1B542C6A2813}"/>
          </ac:spMkLst>
        </pc:spChg>
        <pc:spChg chg="mod">
          <ac:chgData name="Midhun Eldose" userId="276e0ff496d1bc83" providerId="LiveId" clId="{EBE7DE87-C041-44F4-B6B2-379359185045}" dt="2026-06-16T05:48:22.947" v="2795" actId="20577"/>
          <ac:spMkLst>
            <pc:docMk/>
            <pc:sldMk cId="1358949002" sldId="416"/>
            <ac:spMk id="3" creationId="{AD456217-2195-8BD3-56AB-6CE4CA65D18C}"/>
          </ac:spMkLst>
        </pc:spChg>
      </pc:sldChg>
      <pc:sldChg chg="addSp delSp modSp new mod modShow">
        <pc:chgData name="Midhun Eldose" userId="276e0ff496d1bc83" providerId="LiveId" clId="{EBE7DE87-C041-44F4-B6B2-379359185045}" dt="2026-06-16T05:47:43.364" v="2763" actId="729"/>
        <pc:sldMkLst>
          <pc:docMk/>
          <pc:sldMk cId="630439035" sldId="417"/>
        </pc:sldMkLst>
        <pc:spChg chg="del">
          <ac:chgData name="Midhun Eldose" userId="276e0ff496d1bc83" providerId="LiveId" clId="{EBE7DE87-C041-44F4-B6B2-379359185045}" dt="2026-06-15T18:50:16.289" v="2613" actId="931"/>
          <ac:spMkLst>
            <pc:docMk/>
            <pc:sldMk cId="630439035" sldId="417"/>
            <ac:spMk id="3" creationId="{438A6C85-C6B6-AD00-1E18-1962C5411929}"/>
          </ac:spMkLst>
        </pc:spChg>
        <pc:spChg chg="del">
          <ac:chgData name="Midhun Eldose" userId="276e0ff496d1bc83" providerId="LiveId" clId="{EBE7DE87-C041-44F4-B6B2-379359185045}" dt="2026-06-15T18:49:41.823" v="2602"/>
          <ac:spMkLst>
            <pc:docMk/>
            <pc:sldMk cId="630439035" sldId="417"/>
            <ac:spMk id="4" creationId="{00A7AFF1-EF1C-CE8B-605E-CD3A6713BAD8}"/>
          </ac:spMkLst>
        </pc:spChg>
        <pc:spChg chg="add del mod">
          <ac:chgData name="Midhun Eldose" userId="276e0ff496d1bc83" providerId="LiveId" clId="{EBE7DE87-C041-44F4-B6B2-379359185045}" dt="2026-06-15T18:50:20.195" v="2615" actId="478"/>
          <ac:spMkLst>
            <pc:docMk/>
            <pc:sldMk cId="630439035" sldId="417"/>
            <ac:spMk id="8" creationId="{E0F2994A-63C3-DEB7-AA76-569C5CA32EEE}"/>
          </ac:spMkLst>
        </pc:spChg>
        <pc:picChg chg="add del mod ord">
          <ac:chgData name="Midhun Eldose" userId="276e0ff496d1bc83" providerId="LiveId" clId="{EBE7DE87-C041-44F4-B6B2-379359185045}" dt="2026-06-15T18:49:46.054" v="2603" actId="478"/>
          <ac:picMkLst>
            <pc:docMk/>
            <pc:sldMk cId="630439035" sldId="417"/>
            <ac:picMk id="6" creationId="{BE864559-AE38-40C4-3C72-0F39144D00AE}"/>
          </ac:picMkLst>
        </pc:picChg>
        <pc:picChg chg="add del mod ord">
          <ac:chgData name="Midhun Eldose" userId="276e0ff496d1bc83" providerId="LiveId" clId="{EBE7DE87-C041-44F4-B6B2-379359185045}" dt="2026-06-15T18:50:05.377" v="2612" actId="931"/>
          <ac:picMkLst>
            <pc:docMk/>
            <pc:sldMk cId="630439035" sldId="417"/>
            <ac:picMk id="10" creationId="{0C7CFC61-099C-2FC0-9B7A-7306DCC4C1E2}"/>
          </ac:picMkLst>
        </pc:picChg>
        <pc:picChg chg="add mod ord">
          <ac:chgData name="Midhun Eldose" userId="276e0ff496d1bc83" providerId="LiveId" clId="{EBE7DE87-C041-44F4-B6B2-379359185045}" dt="2026-06-15T18:50:27.996" v="2617" actId="1076"/>
          <ac:picMkLst>
            <pc:docMk/>
            <pc:sldMk cId="630439035" sldId="417"/>
            <ac:picMk id="12" creationId="{B140299F-34E0-C83A-7900-F670D1194646}"/>
          </ac:picMkLst>
        </pc:picChg>
      </pc:sldChg>
      <pc:sldChg chg="new del">
        <pc:chgData name="Midhun Eldose" userId="276e0ff496d1bc83" providerId="LiveId" clId="{EBE7DE87-C041-44F4-B6B2-379359185045}" dt="2026-06-15T15:47:19.189" v="2539" actId="2696"/>
        <pc:sldMkLst>
          <pc:docMk/>
          <pc:sldMk cId="2480421532" sldId="417"/>
        </pc:sldMkLst>
      </pc:sldChg>
      <pc:sldChg chg="new del">
        <pc:chgData name="Midhun Eldose" userId="276e0ff496d1bc83" providerId="LiveId" clId="{EBE7DE87-C041-44F4-B6B2-379359185045}" dt="2026-06-15T15:48:40.392" v="2548" actId="2696"/>
        <pc:sldMkLst>
          <pc:docMk/>
          <pc:sldMk cId="4082312362" sldId="417"/>
        </pc:sldMkLst>
      </pc:sldChg>
      <pc:sldChg chg="addSp delSp modSp new del mod ord">
        <pc:chgData name="Midhun Eldose" userId="276e0ff496d1bc83" providerId="LiveId" clId="{EBE7DE87-C041-44F4-B6B2-379359185045}" dt="2026-06-16T05:39:38.940" v="2684" actId="2696"/>
        <pc:sldMkLst>
          <pc:docMk/>
          <pc:sldMk cId="2874885859" sldId="418"/>
        </pc:sldMkLst>
        <pc:spChg chg="mod">
          <ac:chgData name="Midhun Eldose" userId="276e0ff496d1bc83" providerId="LiveId" clId="{EBE7DE87-C041-44F4-B6B2-379359185045}" dt="2026-06-15T18:51:08.524" v="2631" actId="20577"/>
          <ac:spMkLst>
            <pc:docMk/>
            <pc:sldMk cId="2874885859" sldId="418"/>
            <ac:spMk id="2" creationId="{F827C30D-B728-ADFD-B0B3-53EE23947B61}"/>
          </ac:spMkLst>
        </pc:spChg>
        <pc:spChg chg="del">
          <ac:chgData name="Midhun Eldose" userId="276e0ff496d1bc83" providerId="LiveId" clId="{EBE7DE87-C041-44F4-B6B2-379359185045}" dt="2026-06-15T18:51:01.096" v="2619" actId="931"/>
          <ac:spMkLst>
            <pc:docMk/>
            <pc:sldMk cId="2874885859" sldId="418"/>
            <ac:spMk id="3" creationId="{B8146380-9DD0-1436-06C6-09403FF93906}"/>
          </ac:spMkLst>
        </pc:spChg>
        <pc:spChg chg="del">
          <ac:chgData name="Midhun Eldose" userId="276e0ff496d1bc83" providerId="LiveId" clId="{EBE7DE87-C041-44F4-B6B2-379359185045}" dt="2026-06-15T18:51:04.779" v="2621" actId="478"/>
          <ac:spMkLst>
            <pc:docMk/>
            <pc:sldMk cId="2874885859" sldId="418"/>
            <ac:spMk id="4" creationId="{3B73F9C6-6736-1F7C-29C0-242DCE66A4E9}"/>
          </ac:spMkLst>
        </pc:spChg>
        <pc:spChg chg="add mod">
          <ac:chgData name="Midhun Eldose" userId="276e0ff496d1bc83" providerId="LiveId" clId="{EBE7DE87-C041-44F4-B6B2-379359185045}" dt="2026-06-16T05:38:54.906" v="2654" actId="21"/>
          <ac:spMkLst>
            <pc:docMk/>
            <pc:sldMk cId="2874885859" sldId="418"/>
            <ac:spMk id="4" creationId="{C14FBB40-85A6-9475-D647-810A6EBAD100}"/>
          </ac:spMkLst>
        </pc:spChg>
        <pc:picChg chg="add del mod ord">
          <ac:chgData name="Midhun Eldose" userId="276e0ff496d1bc83" providerId="LiveId" clId="{EBE7DE87-C041-44F4-B6B2-379359185045}" dt="2026-06-16T05:38:54.906" v="2654" actId="21"/>
          <ac:picMkLst>
            <pc:docMk/>
            <pc:sldMk cId="2874885859" sldId="418"/>
            <ac:picMk id="6" creationId="{E3D776CD-955E-A0BC-66F8-BEFAD46EA869}"/>
          </ac:picMkLst>
        </pc:picChg>
      </pc:sldChg>
      <pc:sldChg chg="modSp add del mod modShow">
        <pc:chgData name="Midhun Eldose" userId="276e0ff496d1bc83" providerId="LiveId" clId="{EBE7DE87-C041-44F4-B6B2-379359185045}" dt="2026-06-15T15:49:22.614" v="2574" actId="2696"/>
        <pc:sldMkLst>
          <pc:docMk/>
          <pc:sldMk cId="3954369140" sldId="418"/>
        </pc:sldMkLst>
        <pc:spChg chg="mod">
          <ac:chgData name="Midhun Eldose" userId="276e0ff496d1bc83" providerId="LiveId" clId="{EBE7DE87-C041-44F4-B6B2-379359185045}" dt="2026-06-15T15:49:10.635" v="2573" actId="20577"/>
          <ac:spMkLst>
            <pc:docMk/>
            <pc:sldMk cId="3954369140" sldId="418"/>
            <ac:spMk id="6" creationId="{C478FD7A-4286-28F1-1A2F-B072EE074B98}"/>
          </ac:spMkLst>
        </pc:spChg>
      </pc:sldChg>
      <pc:sldChg chg="addSp delSp modSp new mod">
        <pc:chgData name="Midhun Eldose" userId="276e0ff496d1bc83" providerId="LiveId" clId="{EBE7DE87-C041-44F4-B6B2-379359185045}" dt="2026-06-16T05:59:39.210" v="3000" actId="1582"/>
        <pc:sldMkLst>
          <pc:docMk/>
          <pc:sldMk cId="2189293184" sldId="419"/>
        </pc:sldMkLst>
        <pc:spChg chg="del">
          <ac:chgData name="Midhun Eldose" userId="276e0ff496d1bc83" providerId="LiveId" clId="{EBE7DE87-C041-44F4-B6B2-379359185045}" dt="2026-06-16T05:33:19.199" v="2644" actId="478"/>
          <ac:spMkLst>
            <pc:docMk/>
            <pc:sldMk cId="2189293184" sldId="419"/>
            <ac:spMk id="2" creationId="{0E958F10-0EEA-AC58-929F-654F72EFB9FD}"/>
          </ac:spMkLst>
        </pc:spChg>
        <pc:spChg chg="del">
          <ac:chgData name="Midhun Eldose" userId="276e0ff496d1bc83" providerId="LiveId" clId="{EBE7DE87-C041-44F4-B6B2-379359185045}" dt="2026-06-16T05:33:10.454" v="2641" actId="931"/>
          <ac:spMkLst>
            <pc:docMk/>
            <pc:sldMk cId="2189293184" sldId="419"/>
            <ac:spMk id="3" creationId="{0E6888D2-3DDE-4401-D4AA-8C4DFB66EA59}"/>
          </ac:spMkLst>
        </pc:spChg>
        <pc:spChg chg="del">
          <ac:chgData name="Midhun Eldose" userId="276e0ff496d1bc83" providerId="LiveId" clId="{EBE7DE87-C041-44F4-B6B2-379359185045}" dt="2026-06-16T05:32:58.735" v="2639"/>
          <ac:spMkLst>
            <pc:docMk/>
            <pc:sldMk cId="2189293184" sldId="419"/>
            <ac:spMk id="4" creationId="{501C6F7C-30C9-8BFA-63D8-A6ED917295A3}"/>
          </ac:spMkLst>
        </pc:spChg>
        <pc:spChg chg="add del mod">
          <ac:chgData name="Midhun Eldose" userId="276e0ff496d1bc83" providerId="LiveId" clId="{EBE7DE87-C041-44F4-B6B2-379359185045}" dt="2026-06-16T05:33:14.868" v="2642" actId="478"/>
          <ac:spMkLst>
            <pc:docMk/>
            <pc:sldMk cId="2189293184" sldId="419"/>
            <ac:spMk id="8" creationId="{EDC8AC92-378C-45C0-0BDC-DAB0D81AD960}"/>
          </ac:spMkLst>
        </pc:spChg>
        <pc:spChg chg="add mod">
          <ac:chgData name="Midhun Eldose" userId="276e0ff496d1bc83" providerId="LiveId" clId="{EBE7DE87-C041-44F4-B6B2-379359185045}" dt="2026-06-16T05:51:40.035" v="2901" actId="20577"/>
          <ac:spMkLst>
            <pc:docMk/>
            <pc:sldMk cId="2189293184" sldId="419"/>
            <ac:spMk id="11" creationId="{182E64BA-B0C1-C71C-C871-CC9AD13E1E9F}"/>
          </ac:spMkLst>
        </pc:spChg>
        <pc:spChg chg="add">
          <ac:chgData name="Midhun Eldose" userId="276e0ff496d1bc83" providerId="LiveId" clId="{EBE7DE87-C041-44F4-B6B2-379359185045}" dt="2026-06-16T05:57:03.425" v="2980"/>
          <ac:spMkLst>
            <pc:docMk/>
            <pc:sldMk cId="2189293184" sldId="419"/>
            <ac:spMk id="13" creationId="{5361A40C-49F5-AC92-160C-E73D2182A2E9}"/>
          </ac:spMkLst>
        </pc:spChg>
        <pc:spChg chg="add mod">
          <ac:chgData name="Midhun Eldose" userId="276e0ff496d1bc83" providerId="LiveId" clId="{EBE7DE87-C041-44F4-B6B2-379359185045}" dt="2026-06-16T05:59:39.210" v="3000" actId="1582"/>
          <ac:spMkLst>
            <pc:docMk/>
            <pc:sldMk cId="2189293184" sldId="419"/>
            <ac:spMk id="18" creationId="{97FCEBD6-92C4-CA29-934D-EC65E100B95C}"/>
          </ac:spMkLst>
        </pc:spChg>
        <pc:picChg chg="add del mod ord">
          <ac:chgData name="Midhun Eldose" userId="276e0ff496d1bc83" providerId="LiveId" clId="{EBE7DE87-C041-44F4-B6B2-379359185045}" dt="2026-06-16T05:33:02.802" v="2640" actId="478"/>
          <ac:picMkLst>
            <pc:docMk/>
            <pc:sldMk cId="2189293184" sldId="419"/>
            <ac:picMk id="6" creationId="{179166D0-90D3-43B6-B49D-94B76CC83C91}"/>
          </ac:picMkLst>
        </pc:picChg>
        <pc:picChg chg="add mod ord modCrop">
          <ac:chgData name="Midhun Eldose" userId="276e0ff496d1bc83" providerId="LiveId" clId="{EBE7DE87-C041-44F4-B6B2-379359185045}" dt="2026-06-16T05:44:18.211" v="2724" actId="1076"/>
          <ac:picMkLst>
            <pc:docMk/>
            <pc:sldMk cId="2189293184" sldId="419"/>
            <ac:picMk id="10" creationId="{E0DD3713-0457-BA5F-6376-DDF6417BC573}"/>
          </ac:picMkLst>
        </pc:picChg>
        <pc:picChg chg="add del mod">
          <ac:chgData name="Midhun Eldose" userId="276e0ff496d1bc83" providerId="LiveId" clId="{EBE7DE87-C041-44F4-B6B2-379359185045}" dt="2026-06-16T05:57:55.482" v="2985" actId="478"/>
          <ac:picMkLst>
            <pc:docMk/>
            <pc:sldMk cId="2189293184" sldId="419"/>
            <ac:picMk id="15" creationId="{5AFF7906-91DF-93C9-898F-178F5DDB7D44}"/>
          </ac:picMkLst>
        </pc:picChg>
        <pc:picChg chg="add mod modCrop">
          <ac:chgData name="Midhun Eldose" userId="276e0ff496d1bc83" providerId="LiveId" clId="{EBE7DE87-C041-44F4-B6B2-379359185045}" dt="2026-06-16T05:59:03.897" v="2993" actId="1076"/>
          <ac:picMkLst>
            <pc:docMk/>
            <pc:sldMk cId="2189293184" sldId="419"/>
            <ac:picMk id="17" creationId="{E165E358-2DCC-1613-28AB-83B933CD4762}"/>
          </ac:picMkLst>
        </pc:picChg>
      </pc:sldChg>
      <pc:sldChg chg="modSp add mod">
        <pc:chgData name="Midhun Eldose" userId="276e0ff496d1bc83" providerId="LiveId" clId="{EBE7DE87-C041-44F4-B6B2-379359185045}" dt="2026-06-16T13:23:28.291" v="3219" actId="20577"/>
        <pc:sldMkLst>
          <pc:docMk/>
          <pc:sldMk cId="4102906902" sldId="420"/>
        </pc:sldMkLst>
        <pc:spChg chg="mod">
          <ac:chgData name="Midhun Eldose" userId="276e0ff496d1bc83" providerId="LiveId" clId="{EBE7DE87-C041-44F4-B6B2-379359185045}" dt="2026-06-16T13:23:00.071" v="3169" actId="20577"/>
          <ac:spMkLst>
            <pc:docMk/>
            <pc:sldMk cId="4102906902" sldId="420"/>
            <ac:spMk id="2" creationId="{15413C9E-3786-D397-A2A9-5EE31B5220AF}"/>
          </ac:spMkLst>
        </pc:spChg>
        <pc:spChg chg="mod">
          <ac:chgData name="Midhun Eldose" userId="276e0ff496d1bc83" providerId="LiveId" clId="{EBE7DE87-C041-44F4-B6B2-379359185045}" dt="2026-06-16T13:23:28.291" v="3219" actId="20577"/>
          <ac:spMkLst>
            <pc:docMk/>
            <pc:sldMk cId="4102906902" sldId="420"/>
            <ac:spMk id="3" creationId="{B1A876D7-CC24-7062-B4D1-67AA66BE64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  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  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mUmlv814aJ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EF-Robotics-Humanoid-Academy/ef_ws/blob/main/g1/ros_envs/foxy/summary.m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F-Robotics-Humanoid-Academy/ef_ws/blob/main/g1/dev/old_scripts/navigation/slam/slam_livox_doc.md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433147"/>
            <a:ext cx="5918199" cy="878066"/>
          </a:xfrm>
        </p:spPr>
        <p:txBody>
          <a:bodyPr>
            <a:noAutofit/>
          </a:bodyPr>
          <a:lstStyle/>
          <a:p>
            <a:pPr algn="ctr"/>
            <a:r>
              <a:rPr lang="de-DE" sz="7000" dirty="0"/>
              <a:t>Humanoid Academy</a:t>
            </a:r>
            <a:br>
              <a:rPr lang="de-DE" sz="7000" dirty="0">
                <a:cs typeface="Roboto"/>
              </a:rPr>
            </a:br>
            <a:endParaRPr lang="de-DE" sz="7000" dirty="0">
              <a:solidFill>
                <a:srgbClr val="FB1A62"/>
              </a:solidFill>
            </a:endParaRP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F854F072-421D-F6D1-AF56-4FA84F7FC0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82006" y="1045104"/>
            <a:ext cx="5140325" cy="53657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DE17206-38A8-2208-FE79-EA0D1AB0E6DD}"/>
              </a:ext>
            </a:extLst>
          </p:cNvPr>
          <p:cNvSpPr txBox="1"/>
          <p:nvPr/>
        </p:nvSpPr>
        <p:spPr>
          <a:xfrm>
            <a:off x="527050" y="4188366"/>
            <a:ext cx="623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2: </a:t>
            </a:r>
            <a:r>
              <a:rPr lang="de-DE" sz="3600" dirty="0" err="1">
                <a:solidFill>
                  <a:srgbClr val="FB1A62"/>
                </a:solidFill>
                <a:latin typeface="Roboto"/>
                <a:ea typeface="Roboto"/>
                <a:cs typeface="Roboto"/>
              </a:rPr>
              <a:t>Lococlient</a:t>
            </a:r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, SLAM​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12589-CE73-48FA-FBFB-5D1C3461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Unitree Martial Arts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FD5A5E-9659-8B2F-F5AD-D6C18157E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hlinkClick r:id="rId2"/>
              </a:rPr>
              <a:t>https://youtu.be/mUmlv814aJo</a:t>
            </a:r>
            <a:endParaRPr lang="de-DE" dirty="0"/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7E12BD83-B07C-2242-6A55-10F441BD06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33141" y="907565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5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icrosoftTeams-video (12)">
            <a:hlinkClick r:id="" action="ppaction://media"/>
            <a:extLst>
              <a:ext uri="{FF2B5EF4-FFF2-40B4-BE49-F238E27FC236}">
                <a16:creationId xmlns:a16="http://schemas.microsoft.com/office/drawing/2014/main" id="{D052F047-2F35-F5FE-535C-0F61C7B9760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79771" y="373345"/>
            <a:ext cx="3447521" cy="6111309"/>
          </a:xfrm>
        </p:spPr>
      </p:pic>
      <p:pic>
        <p:nvPicPr>
          <p:cNvPr id="6" name="MicrosoftTeams-video (13)">
            <a:hlinkClick r:id="" action="ppaction://media"/>
            <a:extLst>
              <a:ext uri="{FF2B5EF4-FFF2-40B4-BE49-F238E27FC236}">
                <a16:creationId xmlns:a16="http://schemas.microsoft.com/office/drawing/2014/main" id="{B95AC7DB-31DA-B0B1-4950-5565DDA65D4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8400" y="184512"/>
            <a:ext cx="3543830" cy="630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5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04981"/>
            <a:ext cx="6604000" cy="878066"/>
          </a:xfrm>
        </p:spPr>
        <p:txBody>
          <a:bodyPr>
            <a:normAutofit fontScale="90000"/>
          </a:bodyPr>
          <a:lstStyle/>
          <a:p>
            <a:pPr algn="ctr"/>
            <a:r>
              <a:rPr dirty="0" err="1"/>
              <a:t>Zeitplan</a:t>
            </a:r>
            <a:br>
              <a:rPr dirty="0"/>
            </a:br>
            <a:r>
              <a:rPr dirty="0"/>
              <a:t>Tag 2</a:t>
            </a:r>
            <a:endParaRPr lang="de-DE" sz="4000" dirty="0">
              <a:solidFill>
                <a:srgbClr val="FB1A6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479B6B-F538-0E70-8D94-4B6119463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978898"/>
              </p:ext>
            </p:extLst>
          </p:nvPr>
        </p:nvGraphicFramePr>
        <p:xfrm>
          <a:off x="562791" y="1872342"/>
          <a:ext cx="55626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677736132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algn="ctr"/>
                      <a:r>
                        <a:rPr lang="de-DE" sz="2000" b="0" i="0" u="none" strike="noStrike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 16.06.2026​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0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08:30 Einfinden der Teilnehmer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9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09:00 Schulungsblock 1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10:30 Kaffee- und Teepause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11:00 Schulungsblock 2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12:30 Mittagessen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13:30 Schulungsblock 3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15:00 Kaffee- und Teepause mit Snacks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83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15:30 Schulungsblock 4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4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17:00 Ende Tag 2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942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A2F500-DB16-EDEF-B198-418F6A035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769381"/>
              </p:ext>
            </p:extLst>
          </p:nvPr>
        </p:nvGraphicFramePr>
        <p:xfrm>
          <a:off x="562791" y="5834742"/>
          <a:ext cx="5562600" cy="396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1306137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455013"/>
                  </a:ext>
                </a:extLst>
              </a:tr>
            </a:tbl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0F73B52-6D0A-C528-4EF3-47C02D24D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46539" y="350837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Tagesziele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cs typeface="Roboto" panose="02000000000000000000" pitchFamily="2" charset="0"/>
              </a:rPr>
              <a:t>Systemübersicht SSH, ROS ,Themen</a:t>
            </a:r>
          </a:p>
          <a:p>
            <a:r>
              <a:rPr lang="de-DE" dirty="0">
                <a:cs typeface="Roboto" panose="02000000000000000000" pitchFamily="2" charset="0"/>
              </a:rPr>
              <a:t>Mode </a:t>
            </a:r>
            <a:r>
              <a:rPr lang="de-DE" dirty="0" err="1">
                <a:cs typeface="Roboto" panose="02000000000000000000" pitchFamily="2" charset="0"/>
              </a:rPr>
              <a:t>Switching</a:t>
            </a:r>
            <a:r>
              <a:rPr lang="de-DE" dirty="0">
                <a:cs typeface="Roboto" panose="02000000000000000000" pitchFamily="2" charset="0"/>
              </a:rPr>
              <a:t> </a:t>
            </a:r>
          </a:p>
          <a:p>
            <a:r>
              <a:rPr lang="de-DE" dirty="0">
                <a:cs typeface="Roboto" panose="02000000000000000000" pitchFamily="2" charset="0"/>
              </a:rPr>
              <a:t>Loco Client und Navigation</a:t>
            </a:r>
          </a:p>
          <a:p>
            <a:pPr marL="0" indent="0">
              <a:buNone/>
            </a:pPr>
            <a:endParaRPr lang="de-DE" dirty="0"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de-DE" dirty="0">
                <a:cs typeface="Roboto" panose="02000000000000000000" pitchFamily="2" charset="0"/>
              </a:rPr>
              <a:t>Aufgaben: </a:t>
            </a:r>
          </a:p>
          <a:p>
            <a:pPr marL="0" indent="0">
              <a:buNone/>
            </a:pPr>
            <a:endParaRPr lang="de-DE" dirty="0">
              <a:cs typeface="Roboto" panose="02000000000000000000" pitchFamily="2" charset="0"/>
            </a:endParaRPr>
          </a:p>
          <a:p>
            <a:r>
              <a:rPr lang="de-DE" dirty="0">
                <a:cs typeface="Roboto" panose="02000000000000000000" pitchFamily="2" charset="0"/>
              </a:rPr>
              <a:t>Abstrahierung Modus Wechsel</a:t>
            </a:r>
          </a:p>
          <a:p>
            <a:r>
              <a:rPr lang="de-DE" dirty="0">
                <a:cs typeface="Roboto" panose="02000000000000000000" pitchFamily="2" charset="0"/>
              </a:rPr>
              <a:t>Einfaches Bewegungsskript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SLAM-Navigation</a:t>
            </a:r>
            <a:r>
              <a:rPr lang="de-DE" altLang="de-DE" dirty="0">
                <a:solidFill>
                  <a:schemeClr val="tx1"/>
                </a:solidFill>
                <a:cs typeface="Roboto" panose="02000000000000000000" pitchFamily="2" charset="0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Systemübersicht G1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ROS Umgebung</a:t>
            </a:r>
          </a:p>
          <a:p>
            <a:r>
              <a:rPr lang="de-DE" dirty="0"/>
              <a:t>Internetverbindung</a:t>
            </a:r>
          </a:p>
          <a:p>
            <a:r>
              <a:rPr dirty="0" err="1"/>
              <a:t>Sensoren</a:t>
            </a:r>
            <a:r>
              <a:rPr dirty="0"/>
              <a:t> (LiDAR / Kamera)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DD43883-ECD2-F96C-A498-7234F684BF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ROS2 </a:t>
            </a:r>
            <a:r>
              <a:rPr lang="de-DE" dirty="0"/>
              <a:t>Umgebung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Ros2 </a:t>
            </a:r>
            <a:r>
              <a:rPr lang="de-DE" dirty="0" err="1"/>
              <a:t>foxy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summary</a:t>
            </a:r>
            <a:r>
              <a:rPr lang="de-DE" dirty="0"/>
              <a:t> : </a:t>
            </a:r>
            <a:r>
              <a:rPr lang="de-DE" dirty="0">
                <a:hlinkClick r:id="rId2"/>
              </a:rPr>
              <a:t>https://github.com/EF-Robotics-Humanoid-Academy/ef_ws/blob/main/g1/ros_envs/foxy/summary.md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981951F-0B89-8869-0456-AE4782CD0B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RealSense </a:t>
            </a:r>
            <a:r>
              <a:rPr lang="de-DE" dirty="0"/>
              <a:t>Ansatz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WLAN-Verbindung</a:t>
            </a:r>
          </a:p>
          <a:p>
            <a:r>
              <a:rPr dirty="0"/>
              <a:t>Streaming pipeline</a:t>
            </a:r>
            <a:r>
              <a:rPr lang="de-DE" dirty="0"/>
              <a:t>:</a:t>
            </a:r>
            <a:endParaRPr dirty="0"/>
          </a:p>
          <a:p>
            <a:r>
              <a:rPr dirty="0"/>
              <a:t>Camera </a:t>
            </a:r>
            <a:r>
              <a:rPr lang="de-DE" dirty="0"/>
              <a:t>Server </a:t>
            </a:r>
            <a:r>
              <a:rPr dirty="0"/>
              <a:t>→ Receiver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D81C5E9-5455-181F-732A-D6477D1605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F8AA12-94CE-A280-6C85-6C1E1B95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45D20-E790-690A-DB21-F3C59325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Grundlagen</a:t>
            </a:r>
            <a:r>
              <a:rPr dirty="0"/>
              <a:t> der </a:t>
            </a:r>
            <a:r>
              <a:rPr dirty="0" err="1"/>
              <a:t>Laufbewegungen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BD163-2310-C927-53D0-9E8643DF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2" y="1720778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dirty="0" err="1"/>
              <a:t>Einführung</a:t>
            </a:r>
            <a:r>
              <a:rPr dirty="0"/>
              <a:t> loco client</a:t>
            </a:r>
          </a:p>
          <a:p>
            <a:pPr marL="0" indent="0">
              <a:buNone/>
            </a:pPr>
            <a:r>
              <a:rPr dirty="0"/>
              <a:t>https://support.unitree.com/home/en/G1_developer/rpc_routine</a:t>
            </a:r>
            <a:endParaRPr lang="de-DE" dirty="0">
              <a:latin typeface="Arial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6F93F01-8235-3042-2DD6-AC9DDFAFEB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990" y="841411"/>
            <a:ext cx="5139916" cy="53662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54605E-0569-A663-35D9-F413743D8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12969"/>
              </p:ext>
            </p:extLst>
          </p:nvPr>
        </p:nvGraphicFramePr>
        <p:xfrm>
          <a:off x="228599" y="3708294"/>
          <a:ext cx="6222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332">
                  <a:extLst>
                    <a:ext uri="{9D8B030D-6E8A-4147-A177-3AD203B41FA5}">
                      <a16:colId xmlns:a16="http://schemas.microsoft.com/office/drawing/2014/main" val="282094595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904390375"/>
                    </a:ext>
                  </a:extLst>
                </a:gridCol>
                <a:gridCol w="3056467">
                  <a:extLst>
                    <a:ext uri="{9D8B030D-6E8A-4147-A177-3AD203B41FA5}">
                      <a16:colId xmlns:a16="http://schemas.microsoft.com/office/drawing/2014/main" val="760116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Value</a:t>
                      </a:r>
                    </a:p>
                  </a:txBody>
                  <a:tcPr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Meaning</a:t>
                      </a:r>
                    </a:p>
                  </a:txBody>
                  <a:tcPr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Comment</a:t>
                      </a: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45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Feet loaded; robot balancing but not stepping.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55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Dynamic / gait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Feet loaded; gait planner active (walking, etc.).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7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Feet un-loaded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Hanging or airborne.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449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51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3970-F288-2AA8-EDD5-A71ACD2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D0C0E-11CB-5E9C-4620-EA7FC1D97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B795A57-DED5-A939-E6C8-E92A4C631716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FSM Codes​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80B3C0F-47B7-5DD5-5B28-76EC4134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071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CB9985-4B31-E416-CB0E-600240CD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89312"/>
              </p:ext>
            </p:extLst>
          </p:nvPr>
        </p:nvGraphicFramePr>
        <p:xfrm>
          <a:off x="1367367" y="2083046"/>
          <a:ext cx="9457265" cy="3708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42">
                  <a:extLst>
                    <a:ext uri="{9D8B030D-6E8A-4147-A177-3AD203B41FA5}">
                      <a16:colId xmlns:a16="http://schemas.microsoft.com/office/drawing/2014/main" val="3240308913"/>
                    </a:ext>
                  </a:extLst>
                </a:gridCol>
                <a:gridCol w="2617408">
                  <a:extLst>
                    <a:ext uri="{9D8B030D-6E8A-4147-A177-3AD203B41FA5}">
                      <a16:colId xmlns:a16="http://schemas.microsoft.com/office/drawing/2014/main" val="287255073"/>
                    </a:ext>
                  </a:extLst>
                </a:gridCol>
                <a:gridCol w="5775915">
                  <a:extLst>
                    <a:ext uri="{9D8B030D-6E8A-4147-A177-3AD203B41FA5}">
                      <a16:colId xmlns:a16="http://schemas.microsoft.com/office/drawing/2014/main" val="3590799967"/>
                    </a:ext>
                  </a:extLst>
                </a:gridCol>
              </a:tblGrid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Name / Action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 use​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81788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Zero-Torque​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Motors off – safe to handle legs.​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1761"/>
                  </a:ext>
                </a:extLst>
              </a:tr>
              <a:tr h="444709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Damp​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Viscous damping only (soft) – default power-on.​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972343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low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933976"/>
                  </a:ext>
                </a:extLst>
              </a:tr>
              <a:tr h="4412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Sitting posture.​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926571"/>
                  </a:ext>
                </a:extLst>
              </a:tr>
              <a:tr h="45494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Firmware-defined stand, good after Damp.​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820124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Walking </a:t>
                      </a:r>
                      <a:r>
                        <a:rPr lang="de-DE" sz="2000" b="0" i="0" kern="1200" dirty="0" err="1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mode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Balance controller &amp; gait planner.​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83816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Running Mode​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Faster – less stable Locomotion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85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43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0DD3713-0457-BA5F-6376-DDF6417BC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7" b="16720"/>
          <a:stretch>
            <a:fillRect/>
          </a:stretch>
        </p:blipFill>
        <p:spPr>
          <a:xfrm>
            <a:off x="7430117" y="1278466"/>
            <a:ext cx="3153217" cy="4555067"/>
          </a:xfrm>
          <a:prstGeom prst="rect">
            <a:avLst/>
          </a:prstGeom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82E64BA-B0C1-C71C-C871-CC9AD13E1E9F}"/>
              </a:ext>
            </a:extLst>
          </p:cNvPr>
          <p:cNvSpPr txBox="1">
            <a:spLocks/>
          </p:cNvSpPr>
          <p:nvPr/>
        </p:nvSpPr>
        <p:spPr>
          <a:xfrm>
            <a:off x="465667" y="679377"/>
            <a:ext cx="5562987" cy="4283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Development </a:t>
            </a:r>
            <a:r>
              <a:rPr lang="de-DE" dirty="0" err="1"/>
              <a:t>mode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361A40C-49F5-AC92-160C-E73D2182A2E9}"/>
              </a:ext>
            </a:extLst>
          </p:cNvPr>
          <p:cNvSpPr txBox="1"/>
          <p:nvPr/>
        </p:nvSpPr>
        <p:spPr>
          <a:xfrm>
            <a:off x="3092450" y="3265500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165E358-2DCC-1613-28AB-83B933CD4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6" r="7191"/>
          <a:stretch>
            <a:fillRect/>
          </a:stretch>
        </p:blipFill>
        <p:spPr>
          <a:xfrm>
            <a:off x="465667" y="1591392"/>
            <a:ext cx="6215545" cy="3348215"/>
          </a:xfrm>
          <a:prstGeom prst="rect">
            <a:avLst/>
          </a:prstGeom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97FCEBD6-92C4-CA29-934D-EC65E100B95C}"/>
              </a:ext>
            </a:extLst>
          </p:cNvPr>
          <p:cNvSpPr/>
          <p:nvPr/>
        </p:nvSpPr>
        <p:spPr>
          <a:xfrm>
            <a:off x="584199" y="2389137"/>
            <a:ext cx="1473201" cy="432079"/>
          </a:xfrm>
          <a:prstGeom prst="ellipse">
            <a:avLst/>
          </a:prstGeom>
          <a:noFill/>
          <a:ln w="38100">
            <a:solidFill>
              <a:srgbClr val="FA19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9293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A7054A-3B88-7582-E50B-56D0DE70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79E14-C9E4-1B2A-AEE9-4B3DBC6B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dirty="0">
                <a:solidFill>
                  <a:srgbClr val="C00000"/>
                </a:solidFill>
                <a:cs typeface="Roboto" panose="02000000000000000000" pitchFamily="2" charset="0"/>
              </a:rPr>
              <a:t>Aufgabe 1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362CF-3528-08B1-1E8E-2827D493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de-DE" dirty="0">
              <a:cs typeface="Roboto" panose="02000000000000000000" pitchFamily="2" charset="0"/>
            </a:endParaRPr>
          </a:p>
          <a:p>
            <a:r>
              <a:rPr lang="de-DE" altLang="de-DE" dirty="0">
                <a:cs typeface="Roboto" panose="02000000000000000000" pitchFamily="2" charset="0"/>
              </a:rPr>
              <a:t>App oder Fernbedienung benutzen um den Roboter in einem Modus zu stellen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Durch </a:t>
            </a:r>
            <a:r>
              <a:rPr lang="de-DE" altLang="de-DE" dirty="0" err="1">
                <a:cs typeface="Roboto" panose="02000000000000000000" pitchFamily="2" charset="0"/>
              </a:rPr>
              <a:t>sdk</a:t>
            </a:r>
            <a:r>
              <a:rPr lang="de-DE" altLang="de-DE" dirty="0">
                <a:cs typeface="Roboto" panose="02000000000000000000" pitchFamily="2" charset="0"/>
              </a:rPr>
              <a:t> oder Abstrahierungsmodule daten im Zustand zu sammeln (</a:t>
            </a:r>
            <a:r>
              <a:rPr lang="de-DE" altLang="de-DE" dirty="0" err="1">
                <a:cs typeface="Roboto" panose="02000000000000000000" pitchFamily="2" charset="0"/>
              </a:rPr>
              <a:t>fsm</a:t>
            </a:r>
            <a:r>
              <a:rPr lang="de-DE" altLang="de-DE" dirty="0">
                <a:cs typeface="Roboto" panose="02000000000000000000" pitchFamily="2" charset="0"/>
              </a:rPr>
              <a:t>, </a:t>
            </a:r>
            <a:r>
              <a:rPr lang="de-DE" altLang="de-DE" dirty="0" err="1">
                <a:cs typeface="Roboto" panose="02000000000000000000" pitchFamily="2" charset="0"/>
              </a:rPr>
              <a:t>gaittype</a:t>
            </a:r>
            <a:r>
              <a:rPr lang="de-DE" altLang="de-DE" dirty="0">
                <a:cs typeface="Roboto" panose="02000000000000000000" pitchFamily="2" charset="0"/>
              </a:rPr>
              <a:t>, </a:t>
            </a:r>
            <a:r>
              <a:rPr lang="de-DE" altLang="de-DE" dirty="0" err="1">
                <a:cs typeface="Roboto" panose="02000000000000000000" pitchFamily="2" charset="0"/>
              </a:rPr>
              <a:t>velocities</a:t>
            </a:r>
            <a:r>
              <a:rPr lang="de-DE" altLang="de-DE" dirty="0">
                <a:cs typeface="Roboto" panose="02000000000000000000" pitchFamily="2" charset="0"/>
              </a:rPr>
              <a:t>, </a:t>
            </a:r>
            <a:r>
              <a:rPr lang="de-DE" altLang="de-DE" dirty="0" err="1">
                <a:cs typeface="Roboto" panose="02000000000000000000" pitchFamily="2" charset="0"/>
              </a:rPr>
              <a:t>joint</a:t>
            </a:r>
            <a:r>
              <a:rPr lang="de-DE" altLang="de-DE" dirty="0">
                <a:cs typeface="Roboto" panose="02000000000000000000" pitchFamily="2" charset="0"/>
              </a:rPr>
              <a:t> </a:t>
            </a:r>
            <a:r>
              <a:rPr lang="de-DE" altLang="de-DE" dirty="0" err="1">
                <a:cs typeface="Roboto" panose="02000000000000000000" pitchFamily="2" charset="0"/>
              </a:rPr>
              <a:t>poses</a:t>
            </a:r>
            <a:r>
              <a:rPr lang="de-DE" altLang="de-DE" dirty="0">
                <a:cs typeface="Roboto" panose="02000000000000000000" pitchFamily="2" charset="0"/>
              </a:rPr>
              <a:t>, …)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Eigene Abstrahierungen für </a:t>
            </a:r>
            <a:r>
              <a:rPr lang="de-DE" altLang="de-DE" dirty="0" err="1">
                <a:cs typeface="Roboto" panose="02000000000000000000" pitchFamily="2" charset="0"/>
              </a:rPr>
              <a:t>moduswechsel</a:t>
            </a:r>
            <a:r>
              <a:rPr lang="de-DE" altLang="de-DE" dirty="0">
                <a:cs typeface="Roboto" panose="02000000000000000000" pitchFamily="2" charset="0"/>
              </a:rPr>
              <a:t> zu erstellen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 RGBD Zugriff über WLAN in eigenem PC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BE0DF0-BEB3-20B0-C2D0-5769135DDB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4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7578F-E71A-1F73-75E8-A8D7D928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97672E-E95E-5335-9EDB-EA28BF7C0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 </a:t>
            </a:r>
            <a:r>
              <a:rPr lang="de-DE" dirty="0" err="1"/>
              <a:t>Jupyterlab</a:t>
            </a:r>
            <a:r>
              <a:rPr lang="de-DE" dirty="0"/>
              <a:t> ein Terminal öffnen</a:t>
            </a:r>
          </a:p>
          <a:p>
            <a:r>
              <a:rPr lang="de-DE" dirty="0"/>
              <a:t>Codex die </a:t>
            </a:r>
            <a:r>
              <a:rPr lang="de-DE" dirty="0" err="1"/>
              <a:t>sdk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durchlesen lassen</a:t>
            </a:r>
          </a:p>
          <a:p>
            <a:r>
              <a:rPr lang="de-DE" dirty="0"/>
              <a:t>Eine UI (Dash Webseite) für intuitiven Zustandswechsel erstellen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D940CC2-549E-12FD-7F2E-E221192F7F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3D776CD-955E-A0BC-66F8-BEFAD46EA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950" y="614326"/>
            <a:ext cx="2879547" cy="50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6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37A2-771F-E8D8-52E9-4F594785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E34D163-4591-B163-6F5E-3C309F215B2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t>Einführung loco client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D036255-0A04-D452-AA21-76ECEFEB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Grundlagen der Laufbewegungen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EE24B0-1ABD-DFAF-D86D-92F8ACE29C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02" y="2164080"/>
            <a:ext cx="10667114" cy="180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BEEFB19-B6C4-81D9-22BC-77B805212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02" y="4149625"/>
            <a:ext cx="10685404" cy="223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52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7670-B947-41E9-6C23-4779DE26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3BD9E5B6-F8A7-049E-F34D-1A637A3FE02B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t>Einführung loco client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27D63CA-3F3A-3693-847C-EFD26C209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Grundlagen der Laufbewegungen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11A301-E080-6E27-5344-A4E757342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80" y="1846518"/>
            <a:ext cx="8151027" cy="210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C4553A1-9E54-15D7-F969-225EBCF1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81" y="3983649"/>
            <a:ext cx="8151026" cy="240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83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4205-9B92-A9A0-421A-1632742FA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D8ADC-D2BE-A797-4EA1-08B87F00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dirty="0">
                <a:solidFill>
                  <a:srgbClr val="C00000"/>
                </a:solidFill>
                <a:cs typeface="Roboto" panose="02000000000000000000" pitchFamily="2" charset="0"/>
              </a:rPr>
              <a:t>Aufgabe 2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6FD8B-3266-30CD-820B-3E11724B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de-DE" dirty="0">
              <a:cs typeface="Roboto" panose="02000000000000000000" pitchFamily="2" charset="0"/>
            </a:endParaRPr>
          </a:p>
          <a:p>
            <a:r>
              <a:rPr lang="de-DE" altLang="de-DE" dirty="0" err="1">
                <a:cs typeface="Roboto" panose="02000000000000000000" pitchFamily="2" charset="0"/>
              </a:rPr>
              <a:t>LocoClient</a:t>
            </a:r>
            <a:r>
              <a:rPr lang="de-DE" altLang="de-DE" dirty="0">
                <a:cs typeface="Roboto" panose="02000000000000000000" pitchFamily="2" charset="0"/>
              </a:rPr>
              <a:t> / </a:t>
            </a:r>
            <a:r>
              <a:rPr lang="de-DE" altLang="de-DE" dirty="0" err="1">
                <a:cs typeface="Roboto" panose="02000000000000000000" pitchFamily="2" charset="0"/>
              </a:rPr>
              <a:t>Robot.move_for</a:t>
            </a:r>
            <a:r>
              <a:rPr lang="de-DE" altLang="de-DE" dirty="0">
                <a:cs typeface="Roboto" panose="02000000000000000000" pitchFamily="2" charset="0"/>
              </a:rPr>
              <a:t> benutzen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Roboter in einem U Verlauf laufen lassen: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1m nach vorne laufen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90 Grad nach rechts drehen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1m nach vorne laufen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90 Grad nach rechts drehen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1m nach vorne laufen lassen</a:t>
            </a:r>
          </a:p>
          <a:p>
            <a:pPr marL="457200" lvl="1" indent="0">
              <a:buNone/>
            </a:pPr>
            <a:endParaRPr lang="de-DE" altLang="de-DE" dirty="0">
              <a:cs typeface="Roboto" panose="02000000000000000000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510B039-35E9-5B15-B7DE-86DE96364F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05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F15D85-8D7D-26A5-88E0-98725AD6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45D93FD0-30B1-1485-A7E4-7D6924BAB03B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t>Einführung loco client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91545A28-4A8B-C780-F45B-BCBC2A35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Grundlagen der Laufbewegungen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A9B0F38-AC38-28F6-4DC8-5B83D0B02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10" y="2494280"/>
            <a:ext cx="5050208" cy="36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80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C70E92-5706-64DA-B89B-D582339D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89FED69D-5104-72DF-FEC2-BFEE89A81CA4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endParaRPr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286010D-5F9B-B2E0-D204-1B8C3E68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dirty="0"/>
              <a:t>Aufgabe Laufen</a:t>
            </a:r>
            <a:endParaRPr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8D71D6B-0579-B356-2A4F-0CEC634A0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10" y="2494280"/>
            <a:ext cx="5050208" cy="36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941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Wichtige ROS2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/map → Generated map</a:t>
            </a:r>
          </a:p>
          <a:p>
            <a:r>
              <a:rPr dirty="0"/>
              <a:t>/</a:t>
            </a:r>
            <a:r>
              <a:rPr dirty="0" err="1"/>
              <a:t>odom</a:t>
            </a:r>
            <a:r>
              <a:rPr dirty="0"/>
              <a:t> → Robot movement</a:t>
            </a:r>
          </a:p>
          <a:p>
            <a:r>
              <a:rPr dirty="0"/>
              <a:t>/</a:t>
            </a:r>
            <a:r>
              <a:rPr dirty="0" err="1"/>
              <a:t>tf</a:t>
            </a:r>
            <a:r>
              <a:rPr dirty="0"/>
              <a:t> → Transform tree</a:t>
            </a:r>
          </a:p>
          <a:p>
            <a:r>
              <a:rPr dirty="0"/>
              <a:t>/scan → LiDAR data</a:t>
            </a:r>
          </a:p>
          <a:p>
            <a:r>
              <a:rPr dirty="0"/>
              <a:t>/camera/depth → Depth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293E05-2B05-A2B2-168A-CD21812A0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89" y="1237926"/>
            <a:ext cx="5386300" cy="27075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Skripte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rgbd_cam.py</a:t>
            </a:r>
          </a:p>
          <a:p>
            <a:r>
              <a:t>imu_plot.py</a:t>
            </a:r>
          </a:p>
          <a:p>
            <a:r>
              <a:t>lidar_points.py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9562C62-575C-3FB0-A367-CE50D2BCCF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CEEC75-5912-3EE4-5DC8-2ED4474E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ED0C9-F2E0-45F3-3456-565B04A6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185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t>Fazit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92B0D5E-28A1-AF13-7B87-D3DBFF8FA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dirty="0"/>
              <a:t>G1 </a:t>
            </a:r>
            <a:r>
              <a:rPr dirty="0" err="1"/>
              <a:t>rviz</a:t>
            </a:r>
            <a:r>
              <a:rPr dirty="0"/>
              <a:t> simulation</a:t>
            </a:r>
            <a:endParaRPr lang="de-DE" dirty="0"/>
          </a:p>
          <a:p>
            <a:r>
              <a:rPr dirty="0"/>
              <a:t>Slam concepts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arm </a:t>
            </a:r>
            <a:r>
              <a:rPr lang="de-DE" dirty="0" err="1"/>
              <a:t>motion</a:t>
            </a:r>
            <a:r>
              <a:rPr dirty="0"/>
              <a:t> 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6CBB40D-F36B-ADDB-50E1-90AFB64E3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7060551" y="362461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Übersicht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docs/</a:t>
            </a:r>
          </a:p>
          <a:p>
            <a:r>
              <a:rPr dirty="0"/>
              <a:t>REQUIREMENTS.txt</a:t>
            </a:r>
          </a:p>
          <a:p>
            <a:r>
              <a:rPr dirty="0"/>
              <a:t>scripts/sensors/</a:t>
            </a:r>
          </a:p>
          <a:p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ED396C8-0495-1381-5117-8A20DDFE49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 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docs, scripts, modules</a:t>
            </a:r>
          </a:p>
          <a:p>
            <a:r>
              <a:rPr dirty="0"/>
              <a:t>G1 sport mode ROS</a:t>
            </a:r>
          </a:p>
          <a:p>
            <a:r>
              <a:rPr dirty="0"/>
              <a:t>simulation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D9EC462-0053-770E-630F-EC5585D34A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B0CFE-2388-E2CC-801C-393BC6CE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8" y="225573"/>
            <a:ext cx="5562987" cy="878066"/>
          </a:xfrm>
        </p:spPr>
        <p:txBody>
          <a:bodyPr/>
          <a:lstStyle/>
          <a:p>
            <a:r>
              <a:rPr lang="de-DE" dirty="0"/>
              <a:t>Setup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5152293-08EA-C316-475B-DA522CBC5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48" y="1330012"/>
            <a:ext cx="7727182" cy="10397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C832F2-B243-FCF7-6F73-2A96779D5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8" y="3866530"/>
            <a:ext cx="10329705" cy="26226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707F50C-C6E7-988E-DA20-ADE21B524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48" y="2596127"/>
            <a:ext cx="6706181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44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7B2859C-0EA0-AF8F-1A93-C77350446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65" y="602918"/>
            <a:ext cx="9325574" cy="11756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D14370-0282-9DDE-C2E8-194531DA7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5" y="3429000"/>
            <a:ext cx="9452207" cy="10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8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Setup (Schritt für Schritt)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Launch robot / simulation</a:t>
            </a:r>
          </a:p>
          <a:p>
            <a:r>
              <a:rPr dirty="0"/>
              <a:t>2. Start SLAM node</a:t>
            </a:r>
          </a:p>
          <a:p>
            <a:r>
              <a:rPr dirty="0"/>
              <a:t>3. Open RViz</a:t>
            </a:r>
          </a:p>
          <a:p>
            <a:r>
              <a:rPr dirty="0"/>
              <a:t>4. Add displays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33F425B7-0299-A54D-1C1D-F2DAE3F995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232" r="5232"/>
          <a:stretch/>
        </p:blipFill>
        <p:spPr>
          <a:xfrm>
            <a:off x="6899684" y="367279"/>
            <a:ext cx="5139916" cy="53662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366DC-9642-D3A7-7EF4-E36EB9AF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3EB60C8-EF31-57C1-A5FB-8DBADE89E7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1B0B22B-2CA8-F11F-2CD8-B634BC794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45" y="1535113"/>
            <a:ext cx="4013510" cy="42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88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Anzeigen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→ /map</a:t>
            </a:r>
          </a:p>
          <a:p>
            <a:r>
              <a:t>TF → transforms</a:t>
            </a:r>
          </a:p>
          <a:p>
            <a:r>
              <a:t>LaserScan → /scan</a:t>
            </a:r>
          </a:p>
          <a:p>
            <a:r>
              <a:t>RobotModel → URDF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AFE9F2-72C9-0B27-2766-3BADFF52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39" y="890979"/>
            <a:ext cx="5385998" cy="41179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609EEB4-829B-EC45-376E-5ECC1B77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80" y="471887"/>
            <a:ext cx="11301439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74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G1 RViz Simulationsablauf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Data → SLAM → Map</a:t>
            </a:r>
          </a:p>
          <a:p>
            <a:r>
              <a:t>Odometry → TF → Pose</a:t>
            </a:r>
          </a:p>
          <a:p>
            <a:r>
              <a:t>Everything visualized in RViz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3B0928-2B74-9FAF-124E-AC5267C6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52" y="335012"/>
            <a:ext cx="5223636" cy="47551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30860F-20CA-B20F-E70C-A9169CFA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773" y="3051661"/>
            <a:ext cx="3147333" cy="34369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8FA92-EA6A-B8E8-0629-669DE848C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Tanzen G1 </a:t>
            </a:r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E205374-E5A2-1B23-12C9-6E56CBAF2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720" y="2119537"/>
            <a:ext cx="11626536" cy="273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39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ance">
            <a:hlinkClick r:id="" action="ppaction://media"/>
            <a:extLst>
              <a:ext uri="{FF2B5EF4-FFF2-40B4-BE49-F238E27FC236}">
                <a16:creationId xmlns:a16="http://schemas.microsoft.com/office/drawing/2014/main" id="{FA0B7430-8BA7-678A-B03A-206944AEF653}"/>
              </a:ext>
            </a:extLst>
          </p:cNvPr>
          <p:cNvPicPr>
            <a:picLocks noGrp="1" noChangeAspect="1"/>
          </p:cNvPicPr>
          <p:nvPr>
            <p:ph type="pic"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0148" y="643466"/>
            <a:ext cx="779170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RViz Visualisierung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Map → /map</a:t>
            </a:r>
          </a:p>
          <a:p>
            <a:r>
              <a:rPr dirty="0"/>
              <a:t>TF → transforms</a:t>
            </a:r>
          </a:p>
          <a:p>
            <a:r>
              <a:rPr dirty="0" err="1"/>
              <a:t>LaserScan</a:t>
            </a:r>
            <a:r>
              <a:rPr dirty="0"/>
              <a:t> → /scan</a:t>
            </a:r>
          </a:p>
          <a:p>
            <a:r>
              <a:rPr dirty="0" err="1"/>
              <a:t>RobotModel</a:t>
            </a:r>
            <a:r>
              <a:rPr dirty="0"/>
              <a:t> → URDF</a:t>
            </a:r>
          </a:p>
          <a:p>
            <a:endParaRPr dirty="0"/>
          </a:p>
          <a:p>
            <a:r>
              <a:rPr dirty="0"/>
              <a:t>(</a:t>
            </a:r>
            <a:r>
              <a:rPr dirty="0" err="1"/>
              <a:t>Anzeige</a:t>
            </a:r>
            <a:r>
              <a:rPr dirty="0"/>
              <a:t> in RViz </a:t>
            </a:r>
            <a:r>
              <a:rPr dirty="0" err="1"/>
              <a:t>aktivieren</a:t>
            </a:r>
            <a:r>
              <a:rPr dirty="0"/>
              <a:t>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0D839AD5-D1B8-0742-7424-0FDDC6F508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6FB3-68DF-1DCA-DD0F-B1CBEFC8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634921-0F30-EA24-C065-194B7DC59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69E46019-F7DB-CAF2-69A5-4FBA7B0C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Kartierung und Navigation (SLAM)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6AC144A-5A86-A0A0-7000-BE4B85F41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652" y="1357108"/>
            <a:ext cx="9068637" cy="499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14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E96C-1396-0F74-7C3C-6850AF8A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62B6A2-EDD2-ECAA-8D1D-CAD3FA3B9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1" y="1612070"/>
            <a:ext cx="4276682" cy="420453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946755C7-011E-3D38-2A07-5C4EDE13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Kartierung und Navigation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8884FCD-31D0-4E0F-240C-A5F51AE7B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283" y="1989666"/>
            <a:ext cx="6441844" cy="363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3EF7C-7C32-5226-9256-E2122E36AF52}"/>
              </a:ext>
            </a:extLst>
          </p:cNvPr>
          <p:cNvSpPr txBox="1"/>
          <p:nvPr/>
        </p:nvSpPr>
        <p:spPr>
          <a:xfrm>
            <a:off x="330201" y="1881678"/>
            <a:ext cx="50884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Visualisierung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Erfordert den </a:t>
            </a:r>
            <a:r>
              <a:rPr lang="de-DE"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Livox</a:t>
            </a:r>
            <a:r>
              <a:rPr lang="de-DE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https://github.com/EF-Robotics-Humanoid-Academy/ef_ws/blob/main/g1/dev/old_scripts/navigation/slam/slam_livox_doc.md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77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2E90A-3983-DF72-B29F-0D2405FC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B140299F-34E0-C83A-7900-F670D1194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20" y="2966555"/>
            <a:ext cx="9729134" cy="118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39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467D49-6FE1-01B2-B3A4-41B342B9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E1AA8DC-4959-70B4-252A-5208C868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4FA5E25-B095-4DB5-DE99-ED6D0EC5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5314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Kartierung</a:t>
            </a:r>
            <a:r>
              <a:rPr dirty="0"/>
              <a:t> und Navigation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82EC-689F-26C0-B895-6BCC96F4E7FF}"/>
              </a:ext>
            </a:extLst>
          </p:cNvPr>
          <p:cNvSpPr txBox="1"/>
          <p:nvPr/>
        </p:nvSpPr>
        <p:spPr>
          <a:xfrm>
            <a:off x="330201" y="1824204"/>
            <a:ext cx="29562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Pfadplannung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A* </a:t>
            </a: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Algorithmus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2" descr="Figure 1 from Path Planning of Mobile Robot Based on Improved A-Star ...">
            <a:extLst>
              <a:ext uri="{FF2B5EF4-FFF2-40B4-BE49-F238E27FC236}">
                <a16:creationId xmlns:a16="http://schemas.microsoft.com/office/drawing/2014/main" id="{874B070D-4A4B-0CD4-790B-6D9E24D6D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20" y="2914219"/>
            <a:ext cx="4416489" cy="350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88CBDF8-E063-712B-55D2-0A9243145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1" y="2914219"/>
            <a:ext cx="3802063" cy="350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90A7D120-91B2-2563-B3E2-AAC3542896A7}"/>
              </a:ext>
            </a:extLst>
          </p:cNvPr>
          <p:cNvSpPr txBox="1">
            <a:spLocks/>
          </p:cNvSpPr>
          <p:nvPr/>
        </p:nvSpPr>
        <p:spPr>
          <a:xfrm>
            <a:off x="-2" y="81023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Roboter</a:t>
            </a:r>
            <a:r>
              <a:rPr dirty="0"/>
              <a:t> (</a:t>
            </a:r>
            <a:r>
              <a:rPr dirty="0" err="1"/>
              <a:t>Allgemein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136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Kein Map → /scan </a:t>
            </a:r>
            <a:r>
              <a:rPr dirty="0" err="1"/>
              <a:t>prüfen</a:t>
            </a:r>
            <a:endParaRPr dirty="0"/>
          </a:p>
          <a:p>
            <a:r>
              <a:rPr dirty="0"/>
              <a:t>Kein </a:t>
            </a:r>
            <a:r>
              <a:rPr dirty="0" err="1"/>
              <a:t>Roboter</a:t>
            </a:r>
            <a:r>
              <a:rPr dirty="0"/>
              <a:t> → /</a:t>
            </a:r>
            <a:r>
              <a:rPr dirty="0" err="1"/>
              <a:t>tf</a:t>
            </a:r>
            <a:r>
              <a:rPr dirty="0"/>
              <a:t> </a:t>
            </a:r>
            <a:r>
              <a:rPr dirty="0" err="1"/>
              <a:t>prüfen</a:t>
            </a:r>
            <a:endParaRPr dirty="0"/>
          </a:p>
          <a:p>
            <a:r>
              <a:rPr dirty="0"/>
              <a:t>Keine </a:t>
            </a:r>
            <a:r>
              <a:rPr dirty="0" err="1"/>
              <a:t>Bewegung</a:t>
            </a:r>
            <a:r>
              <a:rPr dirty="0"/>
              <a:t> → /</a:t>
            </a:r>
            <a:r>
              <a:rPr dirty="0" err="1"/>
              <a:t>odom</a:t>
            </a:r>
            <a:r>
              <a:rPr dirty="0"/>
              <a:t> </a:t>
            </a:r>
            <a:r>
              <a:rPr dirty="0" err="1"/>
              <a:t>prüfen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FA736EB-DF56-767E-A6A2-FEDA2CD0B0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4E63B-CAF1-C1BA-FD7E-1B542C6A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456217-2195-8BD3-56AB-6CE4CA65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Karte erstellen</a:t>
            </a:r>
          </a:p>
          <a:p>
            <a:pPr lvl="1"/>
            <a:r>
              <a:rPr lang="de-DE" dirty="0"/>
              <a:t>SLAM starten</a:t>
            </a:r>
          </a:p>
          <a:p>
            <a:pPr lvl="1"/>
            <a:r>
              <a:rPr lang="de-DE" dirty="0"/>
              <a:t>Roboter Bewegung</a:t>
            </a:r>
          </a:p>
          <a:p>
            <a:pPr lvl="1"/>
            <a:r>
              <a:rPr lang="de-DE" dirty="0"/>
              <a:t>SLAM beenden</a:t>
            </a:r>
          </a:p>
          <a:p>
            <a:pPr lvl="1"/>
            <a:endParaRPr lang="de-DE" dirty="0"/>
          </a:p>
          <a:p>
            <a:r>
              <a:rPr lang="de-DE" dirty="0"/>
              <a:t>Navigation</a:t>
            </a:r>
          </a:p>
          <a:p>
            <a:pPr lvl="1"/>
            <a:r>
              <a:rPr lang="de-DE" dirty="0"/>
              <a:t>Lokalisierung</a:t>
            </a:r>
          </a:p>
          <a:p>
            <a:pPr lvl="1"/>
            <a:r>
              <a:rPr lang="de-DE" dirty="0"/>
              <a:t>Pfadpunkte definieren</a:t>
            </a:r>
          </a:p>
          <a:p>
            <a:pPr lvl="1"/>
            <a:r>
              <a:rPr lang="de-DE" dirty="0"/>
              <a:t>Navigation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65A5E15-8F45-925F-9F8A-ED33D43792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8949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063C-33A2-FA1B-D73D-1F117A5F6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13C9E-3786-D397-A2A9-5EE31B522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4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A876D7-CC24-7062-B4D1-67AA66BE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Karte erstellen</a:t>
            </a:r>
          </a:p>
          <a:p>
            <a:pPr lvl="1"/>
            <a:r>
              <a:rPr lang="de-DE" dirty="0"/>
              <a:t>SLAM starten</a:t>
            </a:r>
          </a:p>
          <a:p>
            <a:pPr lvl="1"/>
            <a:r>
              <a:rPr lang="de-DE" dirty="0"/>
              <a:t>Roboter Bewegung</a:t>
            </a:r>
          </a:p>
          <a:p>
            <a:pPr lvl="1"/>
            <a:r>
              <a:rPr lang="de-DE" dirty="0"/>
              <a:t>SLAM beenden</a:t>
            </a:r>
          </a:p>
          <a:p>
            <a:pPr lvl="1"/>
            <a:endParaRPr lang="de-DE" dirty="0"/>
          </a:p>
          <a:p>
            <a:r>
              <a:rPr lang="de-DE" dirty="0"/>
              <a:t>Navigation</a:t>
            </a:r>
          </a:p>
          <a:p>
            <a:pPr lvl="1"/>
            <a:r>
              <a:rPr lang="de-DE" dirty="0"/>
              <a:t>Lokalisierung</a:t>
            </a:r>
          </a:p>
          <a:p>
            <a:pPr lvl="1"/>
            <a:r>
              <a:rPr lang="de-DE" dirty="0"/>
              <a:t>Pfadpunkte definieren mit vordefinierten High </a:t>
            </a:r>
            <a:r>
              <a:rPr lang="de-DE" dirty="0" err="1"/>
              <a:t>level</a:t>
            </a:r>
            <a:r>
              <a:rPr lang="de-DE" dirty="0"/>
              <a:t> </a:t>
            </a:r>
            <a:r>
              <a:rPr lang="de-DE"/>
              <a:t>Arm Bewegungen</a:t>
            </a:r>
            <a:endParaRPr lang="de-DE" dirty="0"/>
          </a:p>
          <a:p>
            <a:pPr lvl="1"/>
            <a:r>
              <a:rPr lang="de-DE" dirty="0"/>
              <a:t>Navigation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16E956D-43FD-03D9-EFFA-EC772F010E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906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G1 Datenfluss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/scan → SLAM → /map</a:t>
            </a:r>
          </a:p>
          <a:p>
            <a:r>
              <a:rPr dirty="0"/>
              <a:t>/</a:t>
            </a:r>
            <a:r>
              <a:rPr dirty="0" err="1"/>
              <a:t>odom</a:t>
            </a:r>
            <a:r>
              <a:rPr dirty="0"/>
              <a:t> → TF → Pose</a:t>
            </a:r>
          </a:p>
          <a:p>
            <a:r>
              <a:rPr dirty="0"/>
              <a:t>→ RViz </a:t>
            </a:r>
            <a:r>
              <a:rPr dirty="0" err="1"/>
              <a:t>Visualisierung</a:t>
            </a:r>
            <a:endParaRPr dirty="0"/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CB6296E0-A4D5-5696-49B9-8CBFEF8EA18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2625A6-1F74-F696-FC0B-82E10254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1405D-A5C4-447E-9525-8EC9FF2F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dirty="0">
                <a:solidFill>
                  <a:srgbClr val="C00000"/>
                </a:solidFill>
                <a:cs typeface="Roboto" panose="02000000000000000000" pitchFamily="2" charset="0"/>
              </a:rPr>
              <a:t>Aufgabe 5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E48C9-2243-CFBF-BB11-5BC88F3C1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de-DE" dirty="0">
              <a:cs typeface="Roboto" panose="02000000000000000000" pitchFamily="2" charset="0"/>
            </a:endParaRPr>
          </a:p>
          <a:p>
            <a:r>
              <a:rPr lang="de-DE" altLang="de-DE" dirty="0" err="1">
                <a:cs typeface="Roboto" panose="02000000000000000000" pitchFamily="2" charset="0"/>
              </a:rPr>
              <a:t>Sdk</a:t>
            </a:r>
            <a:r>
              <a:rPr lang="de-DE" altLang="de-DE" dirty="0">
                <a:cs typeface="Roboto" panose="02000000000000000000" pitchFamily="2" charset="0"/>
              </a:rPr>
              <a:t> </a:t>
            </a:r>
            <a:r>
              <a:rPr lang="de-DE" altLang="de-DE" dirty="0" err="1">
                <a:cs typeface="Roboto" panose="02000000000000000000" pitchFamily="2" charset="0"/>
              </a:rPr>
              <a:t>or</a:t>
            </a:r>
            <a:r>
              <a:rPr lang="de-DE" altLang="de-DE" dirty="0">
                <a:cs typeface="Roboto" panose="02000000000000000000" pitchFamily="2" charset="0"/>
              </a:rPr>
              <a:t> </a:t>
            </a:r>
            <a:r>
              <a:rPr lang="de-DE" altLang="de-DE" dirty="0" err="1">
                <a:cs typeface="Roboto" panose="02000000000000000000" pitchFamily="2" charset="0"/>
              </a:rPr>
              <a:t>sdk</a:t>
            </a:r>
            <a:r>
              <a:rPr lang="de-DE" altLang="de-DE" dirty="0">
                <a:cs typeface="Roboto" panose="02000000000000000000" pitchFamily="2" charset="0"/>
              </a:rPr>
              <a:t> </a:t>
            </a:r>
            <a:r>
              <a:rPr lang="de-DE" altLang="de-DE" dirty="0" err="1">
                <a:cs typeface="Roboto" panose="02000000000000000000" pitchFamily="2" charset="0"/>
              </a:rPr>
              <a:t>modules</a:t>
            </a:r>
            <a:r>
              <a:rPr lang="de-DE" altLang="de-DE" dirty="0">
                <a:cs typeface="Roboto" panose="02000000000000000000" pitchFamily="2" charset="0"/>
              </a:rPr>
              <a:t> um eine Navigationsfunktion zu erstellen mit: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sz="2800" dirty="0">
                <a:cs typeface="Roboto" panose="02000000000000000000" pitchFamily="2" charset="0"/>
              </a:rPr>
              <a:t>Benutzung von </a:t>
            </a:r>
            <a:r>
              <a:rPr lang="de-DE" altLang="de-DE" sz="2800" dirty="0" err="1">
                <a:cs typeface="Roboto" panose="02000000000000000000" pitchFamily="2" charset="0"/>
              </a:rPr>
              <a:t>Livox</a:t>
            </a:r>
            <a:r>
              <a:rPr lang="de-DE" altLang="de-DE" sz="2800" dirty="0">
                <a:cs typeface="Roboto" panose="02000000000000000000" pitchFamily="2" charset="0"/>
              </a:rPr>
              <a:t> </a:t>
            </a:r>
            <a:r>
              <a:rPr lang="de-DE" altLang="de-DE" sz="2800" dirty="0" err="1">
                <a:cs typeface="Roboto" panose="02000000000000000000" pitchFamily="2" charset="0"/>
              </a:rPr>
              <a:t>sdk</a:t>
            </a:r>
            <a:r>
              <a:rPr lang="de-DE" altLang="de-DE" sz="2800" dirty="0">
                <a:cs typeface="Roboto" panose="02000000000000000000" pitchFamily="2" charset="0"/>
              </a:rPr>
              <a:t> zur Visualisierung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sz="2800" dirty="0">
                <a:cs typeface="Roboto" panose="02000000000000000000" pitchFamily="2" charset="0"/>
              </a:rPr>
              <a:t>Zielpunkte definieren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sz="2800" dirty="0">
                <a:cs typeface="Roboto" panose="02000000000000000000" pitchFamily="2" charset="0"/>
              </a:rPr>
              <a:t>Navigation mit/Ohne Hindernisvermeidung</a:t>
            </a:r>
          </a:p>
          <a:p>
            <a:pPr lvl="1"/>
            <a:endParaRPr lang="de-DE" altLang="de-DE" sz="2800" dirty="0">
              <a:cs typeface="Roboto" panose="02000000000000000000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2CFB457-E129-3B77-DBB2-0B220375DD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7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E394C9-6AC7-E32C-925E-321987D0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31D8B4-24B5-DA3B-3F06-6DCAE8C4D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AD75CAB-1B36-032E-F1F6-8151DA0412E1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 err="1">
                <a:solidFill>
                  <a:srgbClr val="FB1A62"/>
                </a:solidFill>
              </a:rPr>
              <a:t>Gelenke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9C6F11C-707F-E10E-2D7E-602A7F87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AE5A21-FE9F-5472-77E7-3C7ABD078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843" y="1758722"/>
            <a:ext cx="5327121" cy="471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2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SLAM im G1 (Konzept)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SLAM = Lokalisierung + Kartierung</a:t>
            </a:r>
          </a:p>
          <a:p>
            <a:r>
              <a:t>Der Roboter erstellt eine Karte und verfolgt seine Position</a:t>
            </a:r>
          </a:p>
          <a:p>
            <a:r>
              <a:t>Wird für autonome Navigation verwendet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2870FD9-1879-9D57-93F0-37A4FDABE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190" y="261547"/>
            <a:ext cx="4647927" cy="34148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ROS2 SLAM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(LiDAR / Camera)</a:t>
            </a:r>
          </a:p>
          <a:p>
            <a:r>
              <a:t>→ SLAM Node</a:t>
            </a:r>
          </a:p>
          <a:p>
            <a:r>
              <a:t>→ Map (/map)</a:t>
            </a:r>
          </a:p>
          <a:p>
            <a:r>
              <a:t>→ Localization (/odom, /tf)</a:t>
            </a:r>
          </a:p>
          <a:p>
            <a:r>
              <a:t>→ RViz Visualization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BA04381-807A-E04E-D62A-B02C1CF3D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95" y="176336"/>
            <a:ext cx="3968885" cy="572416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Überprüfungsliste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Kartenaktualisierung in </a:t>
            </a:r>
            <a:r>
              <a:rPr lang="de-DE" dirty="0" err="1"/>
              <a:t>Rviz</a:t>
            </a:r>
            <a:endParaRPr lang="de-DE" dirty="0"/>
          </a:p>
          <a:p>
            <a:r>
              <a:rPr lang="de-DE" dirty="0"/>
              <a:t>Roboter bewegt sich korrekt</a:t>
            </a:r>
          </a:p>
          <a:p>
            <a:r>
              <a:rPr lang="de-DE" dirty="0"/>
              <a:t>TF-Baum verbunden</a:t>
            </a:r>
          </a:p>
          <a:p>
            <a:r>
              <a:rPr lang="de-DE" dirty="0"/>
              <a:t>Sensorthemen aktiv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3880593E-8F53-7A72-7B77-FBB32E51DD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Häufige Debug-Probleme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Karte → Überprüfen /</a:t>
            </a:r>
            <a:r>
              <a:rPr lang="de-DE" dirty="0" err="1"/>
              <a:t>scan</a:t>
            </a:r>
            <a:endParaRPr lang="de-DE" dirty="0"/>
          </a:p>
          <a:p>
            <a:r>
              <a:rPr lang="de-DE" dirty="0"/>
              <a:t>Kein Roboter → Überprüfen /</a:t>
            </a:r>
          </a:p>
          <a:p>
            <a:r>
              <a:rPr lang="de-DE" dirty="0"/>
              <a:t> Bewegung → Überprüfen /</a:t>
            </a:r>
            <a:r>
              <a:rPr lang="de-DE" dirty="0" err="1"/>
              <a:t>odom</a:t>
            </a:r>
            <a:endParaRPr lang="de-DE" dirty="0"/>
          </a:p>
          <a:p>
            <a:r>
              <a:rPr lang="de-DE" dirty="0"/>
              <a:t>Verzögerung → Last reduzieren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625F4B8-2C26-3D31-A102-4B813EDEB7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Praktische SLAM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SLAM ausführen</a:t>
            </a:r>
          </a:p>
          <a:p>
            <a:r>
              <a:rPr lang="de-DE" dirty="0"/>
              <a:t>Roboter bewegen (Skripte </a:t>
            </a:r>
            <a:r>
              <a:rPr lang="de-DE" dirty="0" err="1"/>
              <a:t>test_motion</a:t>
            </a:r>
            <a:r>
              <a:rPr lang="de-DE" dirty="0"/>
              <a:t>)</a:t>
            </a:r>
          </a:p>
          <a:p>
            <a:r>
              <a:rPr lang="de-DE" dirty="0"/>
              <a:t>Karte beobachten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D310414-A8C6-B3E4-0C37-3DDE7FFEDB5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Lernergebnis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1B6B24B-418C-27A8-D9E9-419D9C43EB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18EA054-2687-929B-BF4B-122D5B5AF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905" y="2448816"/>
            <a:ext cx="66401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ROS Umgebung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>
                <a:cs typeface="Roboto" panose="02000000000000000000" pitchFamily="2" charset="0"/>
              </a:rPr>
              <a:t>Moduswechsel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cs typeface="Roboto" panose="02000000000000000000" pitchFamily="2" charset="0"/>
              </a:rPr>
              <a:t>High Level </a:t>
            </a:r>
            <a:r>
              <a:rPr lang="de-DE" altLang="de-DE" dirty="0" err="1">
                <a:cs typeface="Roboto" panose="02000000000000000000" pitchFamily="2" charset="0"/>
              </a:rPr>
              <a:t>Locomotion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SLAM und Navigation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</a:b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Warum ist das wichtig?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Autonome</a:t>
            </a:r>
            <a:r>
              <a:rPr dirty="0"/>
              <a:t> Navigation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Hindernisvermeidung</a:t>
            </a:r>
            <a:endParaRPr dirty="0"/>
          </a:p>
          <a:p>
            <a:pPr marL="0" indent="0">
              <a:buNone/>
            </a:pPr>
            <a:r>
              <a:rPr dirty="0"/>
              <a:t>• Industrie-</a:t>
            </a:r>
            <a:r>
              <a:rPr dirty="0" err="1"/>
              <a:t>Anwendungen</a:t>
            </a:r>
            <a:r>
              <a:rPr dirty="0"/>
              <a:t> (Logistik, Service-</a:t>
            </a:r>
            <a:r>
              <a:rPr dirty="0" err="1"/>
              <a:t>Roboter</a:t>
            </a:r>
            <a:r>
              <a:rPr dirty="0"/>
              <a:t>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63EF9876-231B-FB29-0E96-56F86E1275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RViz </a:t>
            </a:r>
            <a:r>
              <a:rPr dirty="0" err="1"/>
              <a:t>starten</a:t>
            </a:r>
            <a:endParaRPr dirty="0"/>
          </a:p>
          <a:p>
            <a:r>
              <a:rPr dirty="0"/>
              <a:t>2. </a:t>
            </a:r>
            <a:r>
              <a:rPr dirty="0" err="1"/>
              <a:t>Sensoren</a:t>
            </a:r>
            <a:r>
              <a:rPr dirty="0"/>
              <a:t> </a:t>
            </a:r>
            <a:r>
              <a:rPr dirty="0" err="1"/>
              <a:t>aktivieren</a:t>
            </a:r>
            <a:endParaRPr dirty="0"/>
          </a:p>
          <a:p>
            <a:r>
              <a:rPr dirty="0"/>
              <a:t>3. Karte </a:t>
            </a:r>
            <a:r>
              <a:rPr dirty="0" err="1"/>
              <a:t>entsteht</a:t>
            </a:r>
            <a:endParaRPr dirty="0"/>
          </a:p>
          <a:p>
            <a:r>
              <a:rPr dirty="0"/>
              <a:t>4. </a:t>
            </a:r>
            <a:r>
              <a:rPr dirty="0" err="1"/>
              <a:t>Roboter</a:t>
            </a:r>
            <a:r>
              <a:rPr dirty="0"/>
              <a:t> </a:t>
            </a:r>
            <a:r>
              <a:rPr dirty="0" err="1"/>
              <a:t>bewegt</a:t>
            </a:r>
            <a:r>
              <a:rPr dirty="0"/>
              <a:t> </a:t>
            </a:r>
            <a:r>
              <a:rPr dirty="0" err="1"/>
              <a:t>sich</a:t>
            </a:r>
            <a:endParaRPr dirty="0"/>
          </a:p>
          <a:p>
            <a:r>
              <a:rPr dirty="0"/>
              <a:t>5. Navigation A → B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69CCF4-D351-ED95-77F4-557A6198B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933" y="451946"/>
            <a:ext cx="2816528" cy="5033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BSO999929 xmlns="http://www.datev.de/BSOffice/999929">306d5c34-c375-434d-a27d-82eb08a5504b</BSO999929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customXml/itemProps2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B0C713-5CE9-4B7C-8871-D96133782421}">
  <ds:schemaRefs>
    <ds:schemaRef ds:uri="http://schemas.microsoft.com/office/2006/metadata/properties"/>
    <ds:schemaRef ds:uri="http://schemas.microsoft.com/office/infopath/2007/PartnerControls"/>
    <ds:schemaRef ds:uri="29710a0d-a916-43a9-8a24-1cbe13199583"/>
    <ds:schemaRef ds:uri="17e9a383-b1c7-4c94-a2a2-eacb0c3a46c7"/>
  </ds:schemaRefs>
</ds:datastoreItem>
</file>

<file path=customXml/itemProps4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Breitbild</PresentationFormat>
  <Paragraphs>235</Paragraphs>
  <Slides>51</Slides>
  <Notes>0</Notes>
  <HiddenSlides>34</HiddenSlides>
  <MMClips>3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Roboto</vt:lpstr>
      <vt:lpstr>Office</vt:lpstr>
      <vt:lpstr>Humanoid Academy </vt:lpstr>
      <vt:lpstr>Unitree Martial Arts</vt:lpstr>
      <vt:lpstr>PowerPoint-Präsentation</vt:lpstr>
      <vt:lpstr>Zeitplan Tag 2</vt:lpstr>
      <vt:lpstr>Tagesziele</vt:lpstr>
      <vt:lpstr>Systemübersicht G1</vt:lpstr>
      <vt:lpstr>ROS2 Umgebung</vt:lpstr>
      <vt:lpstr>RealSense Ansatz</vt:lpstr>
      <vt:lpstr>Grundlagen der Laufbewegungen</vt:lpstr>
      <vt:lpstr>G1 Programmierung​</vt:lpstr>
      <vt:lpstr>PowerPoint-Präsentation</vt:lpstr>
      <vt:lpstr>Aufgabe 1</vt:lpstr>
      <vt:lpstr>Aufgabe 1</vt:lpstr>
      <vt:lpstr>Grundlagen der Laufbewegungen</vt:lpstr>
      <vt:lpstr>Grundlagen der Laufbewegungen</vt:lpstr>
      <vt:lpstr>Aufgabe 2</vt:lpstr>
      <vt:lpstr>Grundlagen der Laufbewegungen</vt:lpstr>
      <vt:lpstr>Aufgabe Laufen</vt:lpstr>
      <vt:lpstr>Wichtige ROS2 Topics</vt:lpstr>
      <vt:lpstr>Sensor Skripte</vt:lpstr>
      <vt:lpstr>Fazit</vt:lpstr>
      <vt:lpstr>Repository Übersicht</vt:lpstr>
      <vt:lpstr>Workspace Struktur</vt:lpstr>
      <vt:lpstr>Setup</vt:lpstr>
      <vt:lpstr>PowerPoint-Präsentation</vt:lpstr>
      <vt:lpstr>RViz Setup (Schritt für Schritt)</vt:lpstr>
      <vt:lpstr>Topics:</vt:lpstr>
      <vt:lpstr>RViz Anzeigen hinzufügen</vt:lpstr>
      <vt:lpstr>PowerPoint-Präsentation</vt:lpstr>
      <vt:lpstr>G1 RViz Simulationsablauf</vt:lpstr>
      <vt:lpstr>Tanzen G1 simulation</vt:lpstr>
      <vt:lpstr>PowerPoint-Präsentation</vt:lpstr>
      <vt:lpstr>RViz Visualisierung</vt:lpstr>
      <vt:lpstr>Kartierung und Navigation (SLAM)</vt:lpstr>
      <vt:lpstr>Kartierung und Navigation</vt:lpstr>
      <vt:lpstr>PowerPoint-Präsentation</vt:lpstr>
      <vt:lpstr>Kartierung und Navigation</vt:lpstr>
      <vt:lpstr>Debugging Ablauf</vt:lpstr>
      <vt:lpstr>Aufgabe 3</vt:lpstr>
      <vt:lpstr>Aufgabe 4 </vt:lpstr>
      <vt:lpstr>G1 Datenfluss</vt:lpstr>
      <vt:lpstr>Aufgabe 5</vt:lpstr>
      <vt:lpstr>Grundlagen der Armtätigkeit​</vt:lpstr>
      <vt:lpstr>SLAM im G1 (Konzept)</vt:lpstr>
      <vt:lpstr>ROS2 SLAM Pipeline</vt:lpstr>
      <vt:lpstr>Überprüfungsliste</vt:lpstr>
      <vt:lpstr>Häufige Debug-Probleme</vt:lpstr>
      <vt:lpstr>Praktische SLAM Aufgabe</vt:lpstr>
      <vt:lpstr>Lernergebnis</vt:lpstr>
      <vt:lpstr>Warum ist das wichtig?</vt:lpstr>
      <vt:lpstr>Live Demo Ablauf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401</cp:revision>
  <dcterms:created xsi:type="dcterms:W3CDTF">2025-02-10T19:27:37Z</dcterms:created>
  <dcterms:modified xsi:type="dcterms:W3CDTF">2026-06-16T13:23:31Z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