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3"/>
  </p:notesMasterIdLst>
  <p:sldIdLst>
    <p:sldId id="317" r:id="rId6"/>
    <p:sldId id="260" r:id="rId7"/>
    <p:sldId id="261" r:id="rId8"/>
    <p:sldId id="346" r:id="rId9"/>
    <p:sldId id="437" r:id="rId10"/>
    <p:sldId id="355" r:id="rId11"/>
    <p:sldId id="434" r:id="rId12"/>
    <p:sldId id="428" r:id="rId13"/>
    <p:sldId id="419" r:id="rId14"/>
    <p:sldId id="392" r:id="rId15"/>
    <p:sldId id="432" r:id="rId16"/>
    <p:sldId id="422" r:id="rId17"/>
    <p:sldId id="454" r:id="rId18"/>
    <p:sldId id="444" r:id="rId19"/>
    <p:sldId id="447" r:id="rId20"/>
    <p:sldId id="455" r:id="rId21"/>
    <p:sldId id="457" r:id="rId22"/>
    <p:sldId id="327" r:id="rId23"/>
    <p:sldId id="356" r:id="rId24"/>
    <p:sldId id="436" r:id="rId25"/>
    <p:sldId id="456" r:id="rId26"/>
    <p:sldId id="451" r:id="rId27"/>
    <p:sldId id="424" r:id="rId28"/>
    <p:sldId id="458" r:id="rId29"/>
    <p:sldId id="347" r:id="rId30"/>
    <p:sldId id="351" r:id="rId31"/>
    <p:sldId id="377" r:id="rId32"/>
    <p:sldId id="378" r:id="rId33"/>
    <p:sldId id="441" r:id="rId34"/>
    <p:sldId id="391" r:id="rId35"/>
    <p:sldId id="427" r:id="rId36"/>
    <p:sldId id="383" r:id="rId37"/>
    <p:sldId id="430" r:id="rId38"/>
    <p:sldId id="379" r:id="rId39"/>
    <p:sldId id="380" r:id="rId40"/>
    <p:sldId id="425" r:id="rId41"/>
    <p:sldId id="420" r:id="rId42"/>
    <p:sldId id="381" r:id="rId43"/>
    <p:sldId id="385" r:id="rId44"/>
    <p:sldId id="387" r:id="rId45"/>
    <p:sldId id="438" r:id="rId46"/>
    <p:sldId id="439" r:id="rId47"/>
    <p:sldId id="440" r:id="rId48"/>
    <p:sldId id="442" r:id="rId49"/>
    <p:sldId id="443" r:id="rId50"/>
    <p:sldId id="445" r:id="rId51"/>
    <p:sldId id="446" r:id="rId52"/>
    <p:sldId id="448" r:id="rId53"/>
    <p:sldId id="449" r:id="rId54"/>
    <p:sldId id="450" r:id="rId55"/>
    <p:sldId id="452" r:id="rId56"/>
    <p:sldId id="453" r:id="rId57"/>
    <p:sldId id="395" r:id="rId58"/>
    <p:sldId id="376" r:id="rId59"/>
    <p:sldId id="410" r:id="rId60"/>
    <p:sldId id="411" r:id="rId61"/>
    <p:sldId id="412" r:id="rId62"/>
    <p:sldId id="406" r:id="rId63"/>
    <p:sldId id="413" r:id="rId64"/>
    <p:sldId id="414" r:id="rId65"/>
    <p:sldId id="415" r:id="rId66"/>
    <p:sldId id="402" r:id="rId67"/>
    <p:sldId id="403" r:id="rId68"/>
    <p:sldId id="461" r:id="rId69"/>
    <p:sldId id="459" r:id="rId70"/>
    <p:sldId id="388" r:id="rId71"/>
    <p:sldId id="460" r:id="rId7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1960"/>
    <a:srgbClr val="FB1A62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8524C-BCAB-4FC8-A9BC-2459FD239F66}" v="37" dt="2026-06-17T06:59:14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/>
    <p:restoredTop sz="94637"/>
  </p:normalViewPr>
  <p:slideViewPr>
    <p:cSldViewPr snapToGrid="0">
      <p:cViewPr varScale="1">
        <p:scale>
          <a:sx n="90" d="100"/>
          <a:sy n="90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6-17T13:08:39.982" v="5168" actId="34476"/>
      <pc:docMkLst>
        <pc:docMk/>
      </pc:docMkLst>
      <pc:sldChg chg="addSp delSp modSp mod">
        <pc:chgData name="Midhun Eldose" userId="276e0ff496d1bc83" providerId="LiveId" clId="{EBE7DE87-C041-44F4-B6B2-379359185045}" dt="2026-06-15T15:55:16.449" v="3318" actId="478"/>
        <pc:sldMkLst>
          <pc:docMk/>
          <pc:sldMk cId="674145726" sldId="260"/>
        </pc:sldMkLst>
        <pc:graphicFrameChg chg="modGraphic">
          <ac:chgData name="Midhun Eldose" userId="276e0ff496d1bc83" providerId="LiveId" clId="{EBE7DE87-C041-44F4-B6B2-379359185045}" dt="2026-06-04T07:52:08.215" v="3108" actId="20577"/>
          <ac:graphicFrameMkLst>
            <pc:docMk/>
            <pc:sldMk cId="674145726" sldId="260"/>
            <ac:graphicFrameMk id="9" creationId="{29479B6B-F538-0E70-8D94-4B61194632CB}"/>
          </ac:graphicFrameMkLst>
        </pc:graphicFrameChg>
      </pc:sldChg>
      <pc:sldChg chg="modSp mod">
        <pc:chgData name="Midhun Eldose" userId="276e0ff496d1bc83" providerId="LiveId" clId="{EBE7DE87-C041-44F4-B6B2-379359185045}" dt="2026-06-17T06:04:10.639" v="3502" actId="20577"/>
        <pc:sldMkLst>
          <pc:docMk/>
          <pc:sldMk cId="3518121156" sldId="261"/>
        </pc:sldMkLst>
        <pc:spChg chg="mod">
          <ac:chgData name="Midhun Eldose" userId="276e0ff496d1bc83" providerId="LiveId" clId="{EBE7DE87-C041-44F4-B6B2-379359185045}" dt="2026-06-17T06:04:10.639" v="3502" actId="20577"/>
          <ac:spMkLst>
            <pc:docMk/>
            <pc:sldMk cId="3518121156" sldId="261"/>
            <ac:spMk id="6" creationId="{70C83429-2AD8-5708-108E-9EA785AF82EE}"/>
          </ac:spMkLst>
        </pc:spChg>
      </pc:sldChg>
      <pc:sldChg chg="modSp mod">
        <pc:chgData name="Midhun Eldose" userId="276e0ff496d1bc83" providerId="LiveId" clId="{EBE7DE87-C041-44F4-B6B2-379359185045}" dt="2026-06-17T06:05:03.254" v="3546" actId="20577"/>
        <pc:sldMkLst>
          <pc:docMk/>
          <pc:sldMk cId="4261393044" sldId="317"/>
        </pc:sldMkLst>
        <pc:spChg chg="mod">
          <ac:chgData name="Midhun Eldose" userId="276e0ff496d1bc83" providerId="LiveId" clId="{EBE7DE87-C041-44F4-B6B2-379359185045}" dt="2026-06-17T06:05:03.254" v="3546" actId="20577"/>
          <ac:spMkLst>
            <pc:docMk/>
            <pc:sldMk cId="4261393044" sldId="317"/>
            <ac:spMk id="19" creationId="{138A959C-19B3-D920-FE06-C273AA3D9276}"/>
          </ac:spMkLst>
        </pc:spChg>
      </pc:sldChg>
      <pc:sldChg chg="ord">
        <pc:chgData name="Midhun Eldose" userId="276e0ff496d1bc83" providerId="LiveId" clId="{EBE7DE87-C041-44F4-B6B2-379359185045}" dt="2026-06-17T06:10:20.713" v="3737"/>
        <pc:sldMkLst>
          <pc:docMk/>
          <pc:sldMk cId="1219456353" sldId="327"/>
        </pc:sldMkLst>
      </pc:sldChg>
      <pc:sldChg chg="addSp delSp modSp mod ord modShow">
        <pc:chgData name="Midhun Eldose" userId="276e0ff496d1bc83" providerId="LiveId" clId="{EBE7DE87-C041-44F4-B6B2-379359185045}" dt="2026-06-17T06:49:25.372" v="4844" actId="1076"/>
        <pc:sldMkLst>
          <pc:docMk/>
          <pc:sldMk cId="1646726869" sldId="347"/>
        </pc:sldMkLst>
        <pc:picChg chg="add del mod">
          <ac:chgData name="Midhun Eldose" userId="276e0ff496d1bc83" providerId="LiveId" clId="{EBE7DE87-C041-44F4-B6B2-379359185045}" dt="2026-06-17T06:49:24.968" v="4843" actId="22"/>
          <ac:picMkLst>
            <pc:docMk/>
            <pc:sldMk cId="1646726869" sldId="347"/>
            <ac:picMk id="3" creationId="{CCB3A613-F0D3-C668-02A9-729CF64C72E7}"/>
          </ac:picMkLst>
        </pc:picChg>
        <pc:picChg chg="mod">
          <ac:chgData name="Midhun Eldose" userId="276e0ff496d1bc83" providerId="LiveId" clId="{EBE7DE87-C041-44F4-B6B2-379359185045}" dt="2026-06-17T06:49:25.372" v="4844" actId="1076"/>
          <ac:picMkLst>
            <pc:docMk/>
            <pc:sldMk cId="1646726869" sldId="347"/>
            <ac:picMk id="3074" creationId="{4BAE5A21-FE9F-5472-77E7-3C7ABD078345}"/>
          </ac:picMkLst>
        </pc:picChg>
      </pc:sldChg>
      <pc:sldChg chg="del">
        <pc:chgData name="Midhun Eldose" userId="276e0ff496d1bc83" providerId="LiveId" clId="{EBE7DE87-C041-44F4-B6B2-379359185045}" dt="2026-06-17T06:09:36.875" v="3733" actId="47"/>
        <pc:sldMkLst>
          <pc:docMk/>
          <pc:sldMk cId="4121639576" sldId="348"/>
        </pc:sldMkLst>
      </pc:sldChg>
      <pc:sldChg chg="addSp delSp modSp mod ord">
        <pc:chgData name="Midhun Eldose" userId="276e0ff496d1bc83" providerId="LiveId" clId="{EBE7DE87-C041-44F4-B6B2-379359185045}" dt="2026-06-17T07:00:08.722" v="4956" actId="20577"/>
        <pc:sldMkLst>
          <pc:docMk/>
          <pc:sldMk cId="839526654" sldId="351"/>
        </pc:sldMkLst>
        <pc:spChg chg="add del mod">
          <ac:chgData name="Midhun Eldose" userId="276e0ff496d1bc83" providerId="LiveId" clId="{EBE7DE87-C041-44F4-B6B2-379359185045}" dt="2026-06-17T06:59:04.678" v="4864"/>
          <ac:spMkLst>
            <pc:docMk/>
            <pc:sldMk cId="839526654" sldId="351"/>
            <ac:spMk id="2" creationId="{C56EC129-EA81-FD21-9F14-320A88B3EDD6}"/>
          </ac:spMkLst>
        </pc:spChg>
        <pc:spChg chg="add mod">
          <ac:chgData name="Midhun Eldose" userId="276e0ff496d1bc83" providerId="LiveId" clId="{EBE7DE87-C041-44F4-B6B2-379359185045}" dt="2026-06-17T07:00:08.722" v="4956" actId="20577"/>
          <ac:spMkLst>
            <pc:docMk/>
            <pc:sldMk cId="839526654" sldId="351"/>
            <ac:spMk id="3" creationId="{D4A77770-07A4-DF15-4F85-6EB21D7A4323}"/>
          </ac:spMkLst>
        </pc:spChg>
        <pc:picChg chg="mod">
          <ac:chgData name="Midhun Eldose" userId="276e0ff496d1bc83" providerId="LiveId" clId="{EBE7DE87-C041-44F4-B6B2-379359185045}" dt="2026-06-17T06:58:42.049" v="4855" actId="1076"/>
          <ac:picMkLst>
            <pc:docMk/>
            <pc:sldMk cId="839526654" sldId="351"/>
            <ac:picMk id="5122" creationId="{D73253BB-B1F1-75F5-8067-9B187F3412EE}"/>
          </ac:picMkLst>
        </pc:picChg>
      </pc:sldChg>
      <pc:sldChg chg="del">
        <pc:chgData name="Midhun Eldose" userId="276e0ff496d1bc83" providerId="LiveId" clId="{EBE7DE87-C041-44F4-B6B2-379359185045}" dt="2026-06-17T06:09:36.875" v="3733" actId="47"/>
        <pc:sldMkLst>
          <pc:docMk/>
          <pc:sldMk cId="303913840" sldId="354"/>
        </pc:sldMkLst>
      </pc:sldChg>
      <pc:sldChg chg="ord">
        <pc:chgData name="Midhun Eldose" userId="276e0ff496d1bc83" providerId="LiveId" clId="{EBE7DE87-C041-44F4-B6B2-379359185045}" dt="2026-06-04T09:48:33.696" v="3183"/>
        <pc:sldMkLst>
          <pc:docMk/>
          <pc:sldMk cId="291979510" sldId="355"/>
        </pc:sldMkLst>
      </pc:sldChg>
      <pc:sldChg chg="ord">
        <pc:chgData name="Midhun Eldose" userId="276e0ff496d1bc83" providerId="LiveId" clId="{EBE7DE87-C041-44F4-B6B2-379359185045}" dt="2026-06-17T06:10:20.713" v="3737"/>
        <pc:sldMkLst>
          <pc:docMk/>
          <pc:sldMk cId="1876652797" sldId="356"/>
        </pc:sldMkLst>
      </pc:sldChg>
      <pc:sldChg chg="del">
        <pc:chgData name="Midhun Eldose" userId="276e0ff496d1bc83" providerId="LiveId" clId="{EBE7DE87-C041-44F4-B6B2-379359185045}" dt="2026-06-17T06:07:14.224" v="3673" actId="47"/>
        <pc:sldMkLst>
          <pc:docMk/>
          <pc:sldMk cId="116491983" sldId="360"/>
        </pc:sldMkLst>
      </pc:sldChg>
      <pc:sldChg chg="del">
        <pc:chgData name="Midhun Eldose" userId="276e0ff496d1bc83" providerId="LiveId" clId="{EBE7DE87-C041-44F4-B6B2-379359185045}" dt="2026-06-17T06:07:14.224" v="3673" actId="47"/>
        <pc:sldMkLst>
          <pc:docMk/>
          <pc:sldMk cId="4039312786" sldId="361"/>
        </pc:sldMkLst>
      </pc:sldChg>
      <pc:sldChg chg="mod modShow">
        <pc:chgData name="Midhun Eldose" userId="276e0ff496d1bc83" providerId="LiveId" clId="{EBE7DE87-C041-44F4-B6B2-379359185045}" dt="2026-06-17T13:08:13.752" v="5159" actId="34476"/>
        <pc:sldMkLst>
          <pc:docMk/>
          <pc:sldMk cId="1176807143" sldId="376"/>
        </pc:sldMkLst>
      </pc:sldChg>
      <pc:sldChg chg="modSp mod">
        <pc:chgData name="Midhun Eldose" userId="276e0ff496d1bc83" providerId="LiveId" clId="{EBE7DE87-C041-44F4-B6B2-379359185045}" dt="2026-06-17T06:24:13.999" v="3935" actId="20577"/>
        <pc:sldMkLst>
          <pc:docMk/>
          <pc:sldMk cId="0" sldId="377"/>
        </pc:sldMkLst>
        <pc:spChg chg="mod">
          <ac:chgData name="Midhun Eldose" userId="276e0ff496d1bc83" providerId="LiveId" clId="{EBE7DE87-C041-44F4-B6B2-379359185045}" dt="2026-06-17T06:24:13.999" v="3935" actId="20577"/>
          <ac:spMkLst>
            <pc:docMk/>
            <pc:sldMk cId="0" sldId="377"/>
            <ac:spMk id="3" creationId="{00000000-0000-0000-0000-000000000000}"/>
          </ac:spMkLst>
        </pc:spChg>
      </pc:sldChg>
      <pc:sldChg chg="ord">
        <pc:chgData name="Midhun Eldose" userId="276e0ff496d1bc83" providerId="LiveId" clId="{EBE7DE87-C041-44F4-B6B2-379359185045}" dt="2026-06-17T06:10:49.406" v="3739"/>
        <pc:sldMkLst>
          <pc:docMk/>
          <pc:sldMk cId="0" sldId="378"/>
        </pc:sldMkLst>
      </pc:sldChg>
      <pc:sldChg chg="mod modShow">
        <pc:chgData name="Midhun Eldose" userId="276e0ff496d1bc83" providerId="LiveId" clId="{EBE7DE87-C041-44F4-B6B2-379359185045}" dt="2026-06-17T06:22:32.324" v="3898" actId="729"/>
        <pc:sldMkLst>
          <pc:docMk/>
          <pc:sldMk cId="0" sldId="379"/>
        </pc:sldMkLst>
      </pc:sldChg>
      <pc:sldChg chg="mod modShow">
        <pc:chgData name="Midhun Eldose" userId="276e0ff496d1bc83" providerId="LiveId" clId="{EBE7DE87-C041-44F4-B6B2-379359185045}" dt="2026-06-17T06:22:32.324" v="3898" actId="729"/>
        <pc:sldMkLst>
          <pc:docMk/>
          <pc:sldMk cId="0" sldId="380"/>
        </pc:sldMkLst>
      </pc:sldChg>
      <pc:sldChg chg="modSp mod ord">
        <pc:chgData name="Midhun Eldose" userId="276e0ff496d1bc83" providerId="LiveId" clId="{EBE7DE87-C041-44F4-B6B2-379359185045}" dt="2026-06-17T09:21:16.427" v="4958" actId="20577"/>
        <pc:sldMkLst>
          <pc:docMk/>
          <pc:sldMk cId="0" sldId="383"/>
        </pc:sldMkLst>
        <pc:spChg chg="mod">
          <ac:chgData name="Midhun Eldose" userId="276e0ff496d1bc83" providerId="LiveId" clId="{EBE7DE87-C041-44F4-B6B2-379359185045}" dt="2026-06-17T09:21:16.427" v="4958" actId="20577"/>
          <ac:spMkLst>
            <pc:docMk/>
            <pc:sldMk cId="0" sldId="383"/>
            <ac:spMk id="2" creationId="{00000000-0000-0000-0000-000000000000}"/>
          </ac:spMkLst>
        </pc:spChg>
        <pc:spChg chg="mod">
          <ac:chgData name="Midhun Eldose" userId="276e0ff496d1bc83" providerId="LiveId" clId="{EBE7DE87-C041-44F4-B6B2-379359185045}" dt="2026-06-17T06:18:18.449" v="3871" actId="20577"/>
          <ac:spMkLst>
            <pc:docMk/>
            <pc:sldMk cId="0" sldId="383"/>
            <ac:spMk id="3" creationId="{00000000-0000-0000-0000-000000000000}"/>
          </ac:spMkLst>
        </pc:spChg>
      </pc:sldChg>
      <pc:sldChg chg="mod modShow">
        <pc:chgData name="Midhun Eldose" userId="276e0ff496d1bc83" providerId="LiveId" clId="{EBE7DE87-C041-44F4-B6B2-379359185045}" dt="2026-06-17T13:08:05.546" v="5158" actId="34476"/>
        <pc:sldMkLst>
          <pc:docMk/>
          <pc:sldMk cId="0" sldId="388"/>
        </pc:sldMkLst>
      </pc:sldChg>
      <pc:sldChg chg="modSp mod">
        <pc:chgData name="Midhun Eldose" userId="276e0ff496d1bc83" providerId="LiveId" clId="{EBE7DE87-C041-44F4-B6B2-379359185045}" dt="2026-06-15T15:58:17.923" v="3319" actId="1036"/>
        <pc:sldMkLst>
          <pc:docMk/>
          <pc:sldMk cId="3686408229" sldId="391"/>
        </pc:sldMkLst>
        <pc:picChg chg="mod">
          <ac:chgData name="Midhun Eldose" userId="276e0ff496d1bc83" providerId="LiveId" clId="{EBE7DE87-C041-44F4-B6B2-379359185045}" dt="2026-06-15T15:58:17.923" v="3319" actId="1036"/>
          <ac:picMkLst>
            <pc:docMk/>
            <pc:sldMk cId="3686408229" sldId="391"/>
            <ac:picMk id="2" creationId="{68A50A26-AE9B-1E5C-9CC4-3774934E757E}"/>
          </ac:picMkLst>
        </pc:picChg>
      </pc:sldChg>
      <pc:sldChg chg="modSp mod">
        <pc:chgData name="Midhun Eldose" userId="276e0ff496d1bc83" providerId="LiveId" clId="{EBE7DE87-C041-44F4-B6B2-379359185045}" dt="2026-06-17T06:06:37.002" v="3672" actId="1076"/>
        <pc:sldMkLst>
          <pc:docMk/>
          <pc:sldMk cId="2280513933" sldId="392"/>
        </pc:sldMkLst>
        <pc:spChg chg="mod">
          <ac:chgData name="Midhun Eldose" userId="276e0ff496d1bc83" providerId="LiveId" clId="{EBE7DE87-C041-44F4-B6B2-379359185045}" dt="2026-06-17T06:06:37.002" v="3672" actId="1076"/>
          <ac:spMkLst>
            <pc:docMk/>
            <pc:sldMk cId="2280513933" sldId="392"/>
            <ac:spMk id="6" creationId="{C93DFD1D-E3DF-D74D-FAC1-9EA6A00BD2C9}"/>
          </ac:spMkLst>
        </pc:spChg>
      </pc:sldChg>
      <pc:sldChg chg="del">
        <pc:chgData name="Midhun Eldose" userId="276e0ff496d1bc83" providerId="LiveId" clId="{EBE7DE87-C041-44F4-B6B2-379359185045}" dt="2026-06-16T15:48:27.530" v="3320" actId="2696"/>
        <pc:sldMkLst>
          <pc:docMk/>
          <pc:sldMk cId="3750533299" sldId="393"/>
        </pc:sldMkLst>
      </pc:sldChg>
      <pc:sldChg chg="mod modShow">
        <pc:chgData name="Midhun Eldose" userId="276e0ff496d1bc83" providerId="LiveId" clId="{EBE7DE87-C041-44F4-B6B2-379359185045}" dt="2026-06-17T13:08:03.127" v="5157" actId="34476"/>
        <pc:sldMkLst>
          <pc:docMk/>
          <pc:sldMk cId="491654656" sldId="395"/>
        </pc:sldMkLst>
      </pc:sldChg>
      <pc:sldChg chg="mod modShow">
        <pc:chgData name="Midhun Eldose" userId="276e0ff496d1bc83" providerId="LiveId" clId="{EBE7DE87-C041-44F4-B6B2-379359185045}" dt="2026-06-17T13:08:36.824" v="5167" actId="34476"/>
        <pc:sldMkLst>
          <pc:docMk/>
          <pc:sldMk cId="1759297697" sldId="402"/>
        </pc:sldMkLst>
      </pc:sldChg>
      <pc:sldChg chg="mod modShow">
        <pc:chgData name="Midhun Eldose" userId="276e0ff496d1bc83" providerId="LiveId" clId="{EBE7DE87-C041-44F4-B6B2-379359185045}" dt="2026-06-17T13:08:39.982" v="5168" actId="34476"/>
        <pc:sldMkLst>
          <pc:docMk/>
          <pc:sldMk cId="3402225388" sldId="403"/>
        </pc:sldMkLst>
      </pc:sldChg>
      <pc:sldChg chg="mod modShow">
        <pc:chgData name="Midhun Eldose" userId="276e0ff496d1bc83" providerId="LiveId" clId="{EBE7DE87-C041-44F4-B6B2-379359185045}" dt="2026-06-17T13:08:24.369" v="5163" actId="34476"/>
        <pc:sldMkLst>
          <pc:docMk/>
          <pc:sldMk cId="410337709" sldId="406"/>
        </pc:sldMkLst>
      </pc:sldChg>
      <pc:sldChg chg="mod modShow">
        <pc:chgData name="Midhun Eldose" userId="276e0ff496d1bc83" providerId="LiveId" clId="{EBE7DE87-C041-44F4-B6B2-379359185045}" dt="2026-06-17T13:08:16.614" v="5160" actId="34476"/>
        <pc:sldMkLst>
          <pc:docMk/>
          <pc:sldMk cId="1608770681" sldId="410"/>
        </pc:sldMkLst>
      </pc:sldChg>
      <pc:sldChg chg="mod modShow">
        <pc:chgData name="Midhun Eldose" userId="276e0ff496d1bc83" providerId="LiveId" clId="{EBE7DE87-C041-44F4-B6B2-379359185045}" dt="2026-06-17T13:08:19.539" v="5161" actId="34476"/>
        <pc:sldMkLst>
          <pc:docMk/>
          <pc:sldMk cId="1376736922" sldId="411"/>
        </pc:sldMkLst>
      </pc:sldChg>
      <pc:sldChg chg="mod modShow">
        <pc:chgData name="Midhun Eldose" userId="276e0ff496d1bc83" providerId="LiveId" clId="{EBE7DE87-C041-44F4-B6B2-379359185045}" dt="2026-06-17T13:08:21.523" v="5162" actId="34476"/>
        <pc:sldMkLst>
          <pc:docMk/>
          <pc:sldMk cId="2243624822" sldId="412"/>
        </pc:sldMkLst>
      </pc:sldChg>
      <pc:sldChg chg="mod modShow">
        <pc:chgData name="Midhun Eldose" userId="276e0ff496d1bc83" providerId="LiveId" clId="{EBE7DE87-C041-44F4-B6B2-379359185045}" dt="2026-06-17T13:08:26.759" v="5164" actId="34476"/>
        <pc:sldMkLst>
          <pc:docMk/>
          <pc:sldMk cId="2142849902" sldId="413"/>
        </pc:sldMkLst>
      </pc:sldChg>
      <pc:sldChg chg="mod modShow">
        <pc:chgData name="Midhun Eldose" userId="276e0ff496d1bc83" providerId="LiveId" clId="{EBE7DE87-C041-44F4-B6B2-379359185045}" dt="2026-06-17T13:08:31.758" v="5165" actId="34476"/>
        <pc:sldMkLst>
          <pc:docMk/>
          <pc:sldMk cId="2158509723" sldId="414"/>
        </pc:sldMkLst>
      </pc:sldChg>
      <pc:sldChg chg="mod modShow">
        <pc:chgData name="Midhun Eldose" userId="276e0ff496d1bc83" providerId="LiveId" clId="{EBE7DE87-C041-44F4-B6B2-379359185045}" dt="2026-06-17T13:08:34.052" v="5166" actId="34476"/>
        <pc:sldMkLst>
          <pc:docMk/>
          <pc:sldMk cId="242392981" sldId="415"/>
        </pc:sldMkLst>
      </pc:sldChg>
      <pc:sldChg chg="del">
        <pc:chgData name="Midhun Eldose" userId="276e0ff496d1bc83" providerId="LiveId" clId="{EBE7DE87-C041-44F4-B6B2-379359185045}" dt="2026-06-17T06:07:20.638" v="3674" actId="47"/>
        <pc:sldMkLst>
          <pc:docMk/>
          <pc:sldMk cId="3970213572" sldId="416"/>
        </pc:sldMkLst>
      </pc:sldChg>
      <pc:sldChg chg="modSp mod modShow">
        <pc:chgData name="Midhun Eldose" userId="276e0ff496d1bc83" providerId="LiveId" clId="{EBE7DE87-C041-44F4-B6B2-379359185045}" dt="2026-06-17T06:18:53.539" v="3873" actId="729"/>
        <pc:sldMkLst>
          <pc:docMk/>
          <pc:sldMk cId="1789052256" sldId="417"/>
        </pc:sldMkLst>
        <pc:spChg chg="mod">
          <ac:chgData name="Midhun Eldose" userId="276e0ff496d1bc83" providerId="LiveId" clId="{EBE7DE87-C041-44F4-B6B2-379359185045}" dt="2026-06-16T15:49:03.265" v="3341" actId="20577"/>
          <ac:spMkLst>
            <pc:docMk/>
            <pc:sldMk cId="1789052256" sldId="417"/>
            <ac:spMk id="2" creationId="{33C7B6B0-D73E-80F1-F7A3-DC5DEA67FD99}"/>
          </ac:spMkLst>
        </pc:spChg>
        <pc:spChg chg="mod">
          <ac:chgData name="Midhun Eldose" userId="276e0ff496d1bc83" providerId="LiveId" clId="{EBE7DE87-C041-44F4-B6B2-379359185045}" dt="2026-06-14T08:50:17.697" v="3314" actId="1076"/>
          <ac:spMkLst>
            <pc:docMk/>
            <pc:sldMk cId="1789052256" sldId="417"/>
            <ac:spMk id="3" creationId="{177C89FC-707C-1C8D-2B34-CF1851AE23CF}"/>
          </ac:spMkLst>
        </pc:spChg>
      </pc:sldChg>
      <pc:sldChg chg="modSp mod modShow">
        <pc:chgData name="Midhun Eldose" userId="276e0ff496d1bc83" providerId="LiveId" clId="{EBE7DE87-C041-44F4-B6B2-379359185045}" dt="2026-06-17T06:19:47.396" v="3885" actId="729"/>
        <pc:sldMkLst>
          <pc:docMk/>
          <pc:sldMk cId="3249057955" sldId="418"/>
        </pc:sldMkLst>
        <pc:spChg chg="mod">
          <ac:chgData name="Midhun Eldose" userId="276e0ff496d1bc83" providerId="LiveId" clId="{EBE7DE87-C041-44F4-B6B2-379359185045}" dt="2026-06-16T15:49:07.375" v="3345" actId="20577"/>
          <ac:spMkLst>
            <pc:docMk/>
            <pc:sldMk cId="3249057955" sldId="418"/>
            <ac:spMk id="2" creationId="{CC99A031-244A-6BE8-B779-DFE34B5ECD0C}"/>
          </ac:spMkLst>
        </pc:spChg>
        <pc:spChg chg="mod">
          <ac:chgData name="Midhun Eldose" userId="276e0ff496d1bc83" providerId="LiveId" clId="{EBE7DE87-C041-44F4-B6B2-379359185045}" dt="2026-06-17T06:19:40.484" v="3884" actId="14"/>
          <ac:spMkLst>
            <pc:docMk/>
            <pc:sldMk cId="3249057955" sldId="418"/>
            <ac:spMk id="3" creationId="{F62C9059-F8C7-5438-FCD2-0B97F7999E06}"/>
          </ac:spMkLst>
        </pc:spChg>
      </pc:sldChg>
      <pc:sldChg chg="modSp mod">
        <pc:chgData name="Midhun Eldose" userId="276e0ff496d1bc83" providerId="LiveId" clId="{EBE7DE87-C041-44F4-B6B2-379359185045}" dt="2026-06-04T13:58:56.732" v="3184" actId="1076"/>
        <pc:sldMkLst>
          <pc:docMk/>
          <pc:sldMk cId="1225268712" sldId="419"/>
        </pc:sldMkLst>
        <pc:picChg chg="mod">
          <ac:chgData name="Midhun Eldose" userId="276e0ff496d1bc83" providerId="LiveId" clId="{EBE7DE87-C041-44F4-B6B2-379359185045}" dt="2026-06-04T13:58:56.732" v="3184" actId="1076"/>
          <ac:picMkLst>
            <pc:docMk/>
            <pc:sldMk cId="1225268712" sldId="419"/>
            <ac:picMk id="6" creationId="{FDDCB1E3-4C13-3C03-EB0D-A07678C3A422}"/>
          </ac:picMkLst>
        </pc:picChg>
      </pc:sldChg>
      <pc:sldChg chg="mod modShow">
        <pc:chgData name="Midhun Eldose" userId="276e0ff496d1bc83" providerId="LiveId" clId="{EBE7DE87-C041-44F4-B6B2-379359185045}" dt="2026-06-17T06:18:32.298" v="3872" actId="729"/>
        <pc:sldMkLst>
          <pc:docMk/>
          <pc:sldMk cId="1277578360" sldId="420"/>
        </pc:sldMkLst>
      </pc:sldChg>
      <pc:sldChg chg="modSp new del mod">
        <pc:chgData name="Midhun Eldose" userId="276e0ff496d1bc83" providerId="LiveId" clId="{EBE7DE87-C041-44F4-B6B2-379359185045}" dt="2026-06-17T06:21:54.654" v="3897" actId="47"/>
        <pc:sldMkLst>
          <pc:docMk/>
          <pc:sldMk cId="2467345867" sldId="421"/>
        </pc:sldMkLst>
        <pc:spChg chg="mod">
          <ac:chgData name="Midhun Eldose" userId="276e0ff496d1bc83" providerId="LiveId" clId="{EBE7DE87-C041-44F4-B6B2-379359185045}" dt="2026-06-16T15:48:32.317" v="3326" actId="20577"/>
          <ac:spMkLst>
            <pc:docMk/>
            <pc:sldMk cId="2467345867" sldId="421"/>
            <ac:spMk id="2" creationId="{35F4E809-7C10-FC6F-AD77-1110092AFB5A}"/>
          </ac:spMkLst>
        </pc:spChg>
        <pc:spChg chg="mod">
          <ac:chgData name="Midhun Eldose" userId="276e0ff496d1bc83" providerId="LiveId" clId="{EBE7DE87-C041-44F4-B6B2-379359185045}" dt="2026-06-17T06:08:19.380" v="3732" actId="20577"/>
          <ac:spMkLst>
            <pc:docMk/>
            <pc:sldMk cId="2467345867" sldId="421"/>
            <ac:spMk id="3" creationId="{536A9169-890B-0A9B-6E06-9ADBD0DD6FFB}"/>
          </ac:spMkLst>
        </pc:spChg>
      </pc:sldChg>
      <pc:sldChg chg="addSp delSp modSp new mod ord">
        <pc:chgData name="Midhun Eldose" userId="276e0ff496d1bc83" providerId="LiveId" clId="{EBE7DE87-C041-44F4-B6B2-379359185045}" dt="2026-06-17T06:58:11.838" v="4853" actId="14100"/>
        <pc:sldMkLst>
          <pc:docMk/>
          <pc:sldMk cId="4203527587" sldId="422"/>
        </pc:sldMkLst>
        <pc:spChg chg="mod">
          <ac:chgData name="Midhun Eldose" userId="276e0ff496d1bc83" providerId="LiveId" clId="{EBE7DE87-C041-44F4-B6B2-379359185045}" dt="2026-06-04T07:53:20.393" v="3113"/>
          <ac:spMkLst>
            <pc:docMk/>
            <pc:sldMk cId="4203527587" sldId="422"/>
            <ac:spMk id="2" creationId="{4584B732-7D79-8743-E12D-27D44F8A11C5}"/>
          </ac:spMkLst>
        </pc:spChg>
        <pc:spChg chg="mod">
          <ac:chgData name="Midhun Eldose" userId="276e0ff496d1bc83" providerId="LiveId" clId="{EBE7DE87-C041-44F4-B6B2-379359185045}" dt="2026-06-17T06:49:58.575" v="4852" actId="14100"/>
          <ac:spMkLst>
            <pc:docMk/>
            <pc:sldMk cId="4203527587" sldId="422"/>
            <ac:spMk id="3" creationId="{BA2BEBD1-E009-8E21-D6F1-FC4440661351}"/>
          </ac:spMkLst>
        </pc:spChg>
        <pc:picChg chg="add mod">
          <ac:chgData name="Midhun Eldose" userId="276e0ff496d1bc83" providerId="LiveId" clId="{EBE7DE87-C041-44F4-B6B2-379359185045}" dt="2026-06-04T07:54:48.321" v="3140"/>
          <ac:picMkLst>
            <pc:docMk/>
            <pc:sldMk cId="4203527587" sldId="422"/>
            <ac:picMk id="5" creationId="{44EB3B61-5E76-1E10-F4D8-C45AFB546405}"/>
          </ac:picMkLst>
        </pc:picChg>
        <pc:picChg chg="add mod">
          <ac:chgData name="Midhun Eldose" userId="276e0ff496d1bc83" providerId="LiveId" clId="{EBE7DE87-C041-44F4-B6B2-379359185045}" dt="2026-06-17T06:58:11.838" v="4853" actId="14100"/>
          <ac:picMkLst>
            <pc:docMk/>
            <pc:sldMk cId="4203527587" sldId="422"/>
            <ac:picMk id="6" creationId="{22A993EF-7980-124E-A206-B294F504CF55}"/>
          </ac:picMkLst>
        </pc:picChg>
      </pc:sldChg>
      <pc:sldChg chg="addSp delSp modSp new del mod">
        <pc:chgData name="Midhun Eldose" userId="276e0ff496d1bc83" providerId="LiveId" clId="{EBE7DE87-C041-44F4-B6B2-379359185045}" dt="2026-06-17T06:15:51.697" v="3743" actId="47"/>
        <pc:sldMkLst>
          <pc:docMk/>
          <pc:sldMk cId="1469154911" sldId="423"/>
        </pc:sldMkLst>
        <pc:spChg chg="mod">
          <ac:chgData name="Midhun Eldose" userId="276e0ff496d1bc83" providerId="LiveId" clId="{EBE7DE87-C041-44F4-B6B2-379359185045}" dt="2026-06-17T06:15:43.352" v="3740" actId="21"/>
          <ac:spMkLst>
            <pc:docMk/>
            <pc:sldMk cId="1469154911" sldId="423"/>
            <ac:spMk id="3" creationId="{176D7F09-83A2-4659-DE43-9D65E8430E52}"/>
          </ac:spMkLst>
        </pc:spChg>
      </pc:sldChg>
      <pc:sldChg chg="addSp delSp modSp new mod ord">
        <pc:chgData name="Midhun Eldose" userId="276e0ff496d1bc83" providerId="LiveId" clId="{EBE7DE87-C041-44F4-B6B2-379359185045}" dt="2026-06-17T06:49:01.740" v="4838" actId="21"/>
        <pc:sldMkLst>
          <pc:docMk/>
          <pc:sldMk cId="2529494708" sldId="424"/>
        </pc:sldMkLst>
        <pc:spChg chg="mod">
          <ac:chgData name="Midhun Eldose" userId="276e0ff496d1bc83" providerId="LiveId" clId="{EBE7DE87-C041-44F4-B6B2-379359185045}" dt="2026-06-17T06:25:19.901" v="3941" actId="20577"/>
          <ac:spMkLst>
            <pc:docMk/>
            <pc:sldMk cId="2529494708" sldId="424"/>
            <ac:spMk id="2" creationId="{DE85576D-6335-79DC-3C61-009955333171}"/>
          </ac:spMkLst>
        </pc:spChg>
        <pc:spChg chg="mod">
          <ac:chgData name="Midhun Eldose" userId="276e0ff496d1bc83" providerId="LiveId" clId="{EBE7DE87-C041-44F4-B6B2-379359185045}" dt="2026-06-17T06:42:32.073" v="4835" actId="20577"/>
          <ac:spMkLst>
            <pc:docMk/>
            <pc:sldMk cId="2529494708" sldId="424"/>
            <ac:spMk id="3" creationId="{97FC31C9-E7C2-7A32-B382-8E22EBBF9DDC}"/>
          </ac:spMkLst>
        </pc:spChg>
        <pc:picChg chg="add mod">
          <ac:chgData name="Midhun Eldose" userId="276e0ff496d1bc83" providerId="LiveId" clId="{EBE7DE87-C041-44F4-B6B2-379359185045}" dt="2026-06-04T07:54:45.113" v="3138"/>
          <ac:picMkLst>
            <pc:docMk/>
            <pc:sldMk cId="2529494708" sldId="424"/>
            <ac:picMk id="5" creationId="{D08741A7-1FA3-AADF-A493-6769B8FA1E52}"/>
          </ac:picMkLst>
        </pc:picChg>
        <pc:picChg chg="add del mod">
          <ac:chgData name="Midhun Eldose" userId="276e0ff496d1bc83" providerId="LiveId" clId="{EBE7DE87-C041-44F4-B6B2-379359185045}" dt="2026-06-17T06:49:01.740" v="4838" actId="21"/>
          <ac:picMkLst>
            <pc:docMk/>
            <pc:sldMk cId="2529494708" sldId="424"/>
            <ac:picMk id="6" creationId="{EDF467C2-8BB4-6A1B-3A35-9F7C165E0251}"/>
          </ac:picMkLst>
        </pc:picChg>
      </pc:sldChg>
      <pc:sldChg chg="addSp delSp modSp new mod">
        <pc:chgData name="Midhun Eldose" userId="276e0ff496d1bc83" providerId="LiveId" clId="{EBE7DE87-C041-44F4-B6B2-379359185045}" dt="2026-06-17T06:37:40.667" v="4735" actId="1076"/>
        <pc:sldMkLst>
          <pc:docMk/>
          <pc:sldMk cId="2263672707" sldId="425"/>
        </pc:sldMkLst>
        <pc:spChg chg="mod">
          <ac:chgData name="Midhun Eldose" userId="276e0ff496d1bc83" providerId="LiveId" clId="{EBE7DE87-C041-44F4-B6B2-379359185045}" dt="2026-06-04T07:54:05.394" v="3128" actId="27636"/>
          <ac:spMkLst>
            <pc:docMk/>
            <pc:sldMk cId="2263672707" sldId="425"/>
            <ac:spMk id="2" creationId="{7055BF57-5AFF-227F-E6B8-825F917723C8}"/>
          </ac:spMkLst>
        </pc:spChg>
        <pc:spChg chg="mod">
          <ac:chgData name="Midhun Eldose" userId="276e0ff496d1bc83" providerId="LiveId" clId="{EBE7DE87-C041-44F4-B6B2-379359185045}" dt="2026-06-17T06:37:27.801" v="4730" actId="20577"/>
          <ac:spMkLst>
            <pc:docMk/>
            <pc:sldMk cId="2263672707" sldId="425"/>
            <ac:spMk id="3" creationId="{8EAF0A49-D957-1AA5-4C99-DE41CCBE297D}"/>
          </ac:spMkLst>
        </pc:spChg>
        <pc:spChg chg="add mod">
          <ac:chgData name="Midhun Eldose" userId="276e0ff496d1bc83" providerId="LiveId" clId="{EBE7DE87-C041-44F4-B6B2-379359185045}" dt="2026-06-17T06:37:37.166" v="4734" actId="1076"/>
          <ac:spMkLst>
            <pc:docMk/>
            <pc:sldMk cId="2263672707" sldId="425"/>
            <ac:spMk id="7" creationId="{E2C69F8A-70E8-2A9E-8BA8-8368C0D1B6F9}"/>
          </ac:spMkLst>
        </pc:spChg>
        <pc:picChg chg="add mod">
          <ac:chgData name="Midhun Eldose" userId="276e0ff496d1bc83" providerId="LiveId" clId="{EBE7DE87-C041-44F4-B6B2-379359185045}" dt="2026-06-17T06:37:40.667" v="4735" actId="1076"/>
          <ac:picMkLst>
            <pc:docMk/>
            <pc:sldMk cId="2263672707" sldId="425"/>
            <ac:picMk id="4" creationId="{52736BB1-43CC-C1BF-B85C-DB71CE400AD4}"/>
          </ac:picMkLst>
        </pc:picChg>
        <pc:picChg chg="add del mod">
          <ac:chgData name="Midhun Eldose" userId="276e0ff496d1bc83" providerId="LiveId" clId="{EBE7DE87-C041-44F4-B6B2-379359185045}" dt="2026-06-17T06:37:34.655" v="4733" actId="478"/>
          <ac:picMkLst>
            <pc:docMk/>
            <pc:sldMk cId="2263672707" sldId="425"/>
            <ac:picMk id="5" creationId="{C4CB0933-D813-2292-6E18-2CF6D63071D6}"/>
          </ac:picMkLst>
        </pc:picChg>
      </pc:sldChg>
      <pc:sldChg chg="addSp delSp modSp new del mod">
        <pc:chgData name="Midhun Eldose" userId="276e0ff496d1bc83" providerId="LiveId" clId="{EBE7DE87-C041-44F4-B6B2-379359185045}" dt="2026-06-17T06:16:39.613" v="3795" actId="47"/>
        <pc:sldMkLst>
          <pc:docMk/>
          <pc:sldMk cId="1529241308" sldId="426"/>
        </pc:sldMkLst>
        <pc:spChg chg="mod">
          <ac:chgData name="Midhun Eldose" userId="276e0ff496d1bc83" providerId="LiveId" clId="{EBE7DE87-C041-44F4-B6B2-379359185045}" dt="2026-06-17T06:16:34.935" v="3794" actId="20577"/>
          <ac:spMkLst>
            <pc:docMk/>
            <pc:sldMk cId="1529241308" sldId="426"/>
            <ac:spMk id="3" creationId="{22454515-4723-46B4-5A82-B39593B31ED7}"/>
          </ac:spMkLst>
        </pc:spChg>
      </pc:sldChg>
      <pc:sldChg chg="addSp delSp modSp new mod modAnim">
        <pc:chgData name="Midhun Eldose" userId="276e0ff496d1bc83" providerId="LiveId" clId="{EBE7DE87-C041-44F4-B6B2-379359185045}" dt="2026-06-04T07:59:47.190" v="3149"/>
        <pc:sldMkLst>
          <pc:docMk/>
          <pc:sldMk cId="808221882" sldId="427"/>
        </pc:sldMkLst>
        <pc:picChg chg="add mod">
          <ac:chgData name="Midhun Eldose" userId="276e0ff496d1bc83" providerId="LiveId" clId="{EBE7DE87-C041-44F4-B6B2-379359185045}" dt="2026-06-04T07:59:39.682" v="3148" actId="14100"/>
          <ac:picMkLst>
            <pc:docMk/>
            <pc:sldMk cId="808221882" sldId="427"/>
            <ac:picMk id="5" creationId="{27C6AF94-6ECA-9EB6-6BED-1A1286A875A3}"/>
          </ac:picMkLst>
        </pc:picChg>
        <pc:picChg chg="add mod">
          <ac:chgData name="Midhun Eldose" userId="276e0ff496d1bc83" providerId="LiveId" clId="{EBE7DE87-C041-44F4-B6B2-379359185045}" dt="2026-06-04T07:59:47.190" v="3149"/>
          <ac:picMkLst>
            <pc:docMk/>
            <pc:sldMk cId="808221882" sldId="427"/>
            <ac:picMk id="6" creationId="{C03B0C81-6605-CA2C-1AAC-E9FC67FC5D8E}"/>
          </ac:picMkLst>
        </pc:picChg>
      </pc:sldChg>
      <pc:sldChg chg="addSp delSp modSp new mod modAnim">
        <pc:chgData name="Midhun Eldose" userId="276e0ff496d1bc83" providerId="LiveId" clId="{EBE7DE87-C041-44F4-B6B2-379359185045}" dt="2026-06-04T09:43:38.467" v="3163" actId="1076"/>
        <pc:sldMkLst>
          <pc:docMk/>
          <pc:sldMk cId="4160354158" sldId="428"/>
        </pc:sldMkLst>
        <pc:picChg chg="add mod">
          <ac:chgData name="Midhun Eldose" userId="276e0ff496d1bc83" providerId="LiveId" clId="{EBE7DE87-C041-44F4-B6B2-379359185045}" dt="2026-06-04T09:43:38.467" v="3163" actId="1076"/>
          <ac:picMkLst>
            <pc:docMk/>
            <pc:sldMk cId="4160354158" sldId="428"/>
            <ac:picMk id="5" creationId="{F1044B7D-48EF-3C4A-BFAB-727AB8B9C174}"/>
          </ac:picMkLst>
        </pc:picChg>
        <pc:picChg chg="add mod">
          <ac:chgData name="Midhun Eldose" userId="276e0ff496d1bc83" providerId="LiveId" clId="{EBE7DE87-C041-44F4-B6B2-379359185045}" dt="2026-06-04T09:43:31.952" v="3162" actId="1076"/>
          <ac:picMkLst>
            <pc:docMk/>
            <pc:sldMk cId="4160354158" sldId="428"/>
            <ac:picMk id="6" creationId="{23A271AC-5A24-A2C6-17D9-C740011D81BD}"/>
          </ac:picMkLst>
        </pc:picChg>
      </pc:sldChg>
      <pc:sldChg chg="addSp delSp modSp new mod modAnim modShow">
        <pc:chgData name="Midhun Eldose" userId="276e0ff496d1bc83" providerId="LiveId" clId="{EBE7DE87-C041-44F4-B6B2-379359185045}" dt="2026-06-17T06:30:13.122" v="4424" actId="20577"/>
        <pc:sldMkLst>
          <pc:docMk/>
          <pc:sldMk cId="1572175572" sldId="429"/>
        </pc:sldMkLst>
        <pc:spChg chg="mod">
          <ac:chgData name="Midhun Eldose" userId="276e0ff496d1bc83" providerId="LiveId" clId="{EBE7DE87-C041-44F4-B6B2-379359185045}" dt="2026-06-17T06:30:13.122" v="4424" actId="20577"/>
          <ac:spMkLst>
            <pc:docMk/>
            <pc:sldMk cId="1572175572" sldId="429"/>
            <ac:spMk id="2" creationId="{BF9E01DC-7F05-A7B1-6104-04625F8462D8}"/>
          </ac:spMkLst>
        </pc:spChg>
        <pc:picChg chg="add mod">
          <ac:chgData name="Midhun Eldose" userId="276e0ff496d1bc83" providerId="LiveId" clId="{EBE7DE87-C041-44F4-B6B2-379359185045}" dt="2026-06-17T06:25:01.316" v="3937" actId="1076"/>
          <ac:picMkLst>
            <pc:docMk/>
            <pc:sldMk cId="1572175572" sldId="429"/>
            <ac:picMk id="5" creationId="{7FFFA095-6B86-DE67-C762-0D5FBE925BC3}"/>
          </ac:picMkLst>
        </pc:picChg>
        <pc:picChg chg="add mod">
          <ac:chgData name="Midhun Eldose" userId="276e0ff496d1bc83" providerId="LiveId" clId="{EBE7DE87-C041-44F4-B6B2-379359185045}" dt="2026-06-17T06:24:57.491" v="3936" actId="1076"/>
          <ac:picMkLst>
            <pc:docMk/>
            <pc:sldMk cId="1572175572" sldId="429"/>
            <ac:picMk id="6" creationId="{6DD9CEC5-77A4-7EE6-BA18-A818CA55C4DF}"/>
          </ac:picMkLst>
        </pc:picChg>
      </pc:sldChg>
      <pc:sldChg chg="modSp add mod">
        <pc:chgData name="Midhun Eldose" userId="276e0ff496d1bc83" providerId="LiveId" clId="{EBE7DE87-C041-44F4-B6B2-379359185045}" dt="2026-06-17T11:43:22.432" v="5156" actId="20577"/>
        <pc:sldMkLst>
          <pc:docMk/>
          <pc:sldMk cId="1823101405" sldId="430"/>
        </pc:sldMkLst>
        <pc:spChg chg="mod">
          <ac:chgData name="Midhun Eldose" userId="276e0ff496d1bc83" providerId="LiveId" clId="{EBE7DE87-C041-44F4-B6B2-379359185045}" dt="2026-06-17T11:43:13.622" v="5154" actId="122"/>
          <ac:spMkLst>
            <pc:docMk/>
            <pc:sldMk cId="1823101405" sldId="430"/>
            <ac:spMk id="2" creationId="{F86D53A4-1600-33F3-A2CE-251DB21677C9}"/>
          </ac:spMkLst>
        </pc:spChg>
        <pc:spChg chg="mod">
          <ac:chgData name="Midhun Eldose" userId="276e0ff496d1bc83" providerId="LiveId" clId="{EBE7DE87-C041-44F4-B6B2-379359185045}" dt="2026-06-17T11:43:22.432" v="5156" actId="20577"/>
          <ac:spMkLst>
            <pc:docMk/>
            <pc:sldMk cId="1823101405" sldId="430"/>
            <ac:spMk id="3" creationId="{A809225F-82B5-6562-FBC0-D990C6AD8F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406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629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FA0F-611D-1C1A-5ABD-221351D3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1836B50-BBF3-7AFB-8781-0F56D1398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25902D1-0F75-86E7-783C-6A2522A44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147F2B-502E-3AFC-50C5-C8D452C1F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981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20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e.tl/t-vGViFDhFp9nWuhSy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media" Target="../media/media7.mov"/><Relationship Id="rId7" Type="http://schemas.openxmlformats.org/officeDocument/2006/relationships/image" Target="../media/image33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32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7.mo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4" Type="http://schemas.openxmlformats.org/officeDocument/2006/relationships/image" Target="../media/image57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microsoft.com/office/2007/relationships/media" Target="../media/media11.mp4"/><Relationship Id="rId7" Type="http://schemas.openxmlformats.org/officeDocument/2006/relationships/image" Target="../media/image58.png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11.mp4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6292-771A-4A1E-6876-8709E6AE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21">
            <a:extLst>
              <a:ext uri="{FF2B5EF4-FFF2-40B4-BE49-F238E27FC236}">
                <a16:creationId xmlns:a16="http://schemas.microsoft.com/office/drawing/2014/main" id="{837588D7-E7EA-6F6C-C2FD-082149DB6DDB}"/>
              </a:ext>
            </a:extLst>
          </p:cNvPr>
          <p:cNvSpPr txBox="1"/>
          <p:nvPr/>
        </p:nvSpPr>
        <p:spPr>
          <a:xfrm>
            <a:off x="69669" y="1235167"/>
            <a:ext cx="652839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70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Humanoid</a:t>
            </a:r>
          </a:p>
          <a:p>
            <a:pPr algn="ctr"/>
            <a:r>
              <a:rPr lang="de-DE" sz="70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Academy</a:t>
            </a:r>
            <a:endParaRPr lang="de-DE" sz="7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38A959C-19B3-D920-FE06-C273AA3D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74079"/>
            <a:ext cx="5867400" cy="1326053"/>
          </a:xfrm>
        </p:spPr>
        <p:txBody>
          <a:bodyPr>
            <a:noAutofit/>
          </a:bodyPr>
          <a:lstStyle/>
          <a:p>
            <a:pPr algn="ctr"/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3: Low Level Steuerung​, Hände und </a:t>
            </a:r>
            <a:r>
              <a:rPr lang="de-DE" sz="3600" dirty="0" err="1">
                <a:solidFill>
                  <a:srgbClr val="FB1A62"/>
                </a:solidFill>
                <a:latin typeface="Roboto"/>
                <a:ea typeface="Roboto"/>
                <a:cs typeface="Roboto"/>
              </a:rPr>
              <a:t>Endeffektorsteuerung</a:t>
            </a:r>
            <a:endParaRPr lang="de-DE" sz="3600" dirty="0">
              <a:solidFill>
                <a:srgbClr val="FB1A62"/>
              </a:solidFill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FDCFB8B-2AE0-A35E-1900-065FE10485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649-6D90-14F4-1574-8C178833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62ECC-7F5A-B2EA-B3AB-BB43112A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981"/>
            <a:ext cx="6688183" cy="87806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4000" dirty="0">
                <a:latin typeface="Roboto"/>
                <a:ea typeface="Roboto"/>
                <a:cs typeface="Roboto"/>
              </a:rPr>
              <a:t>Zeitplan</a:t>
            </a:r>
            <a:br>
              <a:rPr lang="de-DE" sz="4000" dirty="0">
                <a:latin typeface="Roboto"/>
                <a:ea typeface="Roboto"/>
                <a:cs typeface="Roboto"/>
              </a:rPr>
            </a:br>
            <a:r>
              <a:rPr lang="de-DE" sz="40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3</a:t>
            </a:r>
            <a:endParaRPr lang="de-DE" sz="4000" dirty="0">
              <a:solidFill>
                <a:srgbClr val="FB1A62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0A0D87F-F316-CEA9-3E60-369C59AFFF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74284" y="1044612"/>
            <a:ext cx="5139916" cy="5366243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F9CF8B-5515-DAF9-B846-7865E20CD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39856"/>
            <a:ext cx="5562600" cy="347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CEC7-088C-FA66-F5F7-57FAF217A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204E4-BED6-8E00-09C9-277678CB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12"/>
            <a:ext cx="6680200" cy="878066"/>
          </a:xfrm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3400">
                <a:latin typeface="Arial"/>
              </a:rPr>
              <a:t>Tagesziele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83429-2AD8-5708-108E-9EA785AF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028116"/>
            <a:ext cx="6514011" cy="2631089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800" dirty="0" err="1">
                <a:latin typeface="Arial"/>
              </a:rPr>
              <a:t>LowLevel</a:t>
            </a:r>
            <a:r>
              <a:rPr sz="1800" dirty="0">
                <a:latin typeface="Arial"/>
              </a:rPr>
              <a:t> joint control </a:t>
            </a:r>
            <a:r>
              <a:rPr sz="1800" dirty="0" err="1">
                <a:latin typeface="Arial"/>
              </a:rPr>
              <a:t>sicher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anwenden</a:t>
            </a: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 err="1">
                <a:latin typeface="Arial"/>
              </a:rPr>
              <a:t>Unterschied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arm_sdk</a:t>
            </a:r>
            <a:r>
              <a:rPr sz="1800" dirty="0">
                <a:latin typeface="Arial"/>
              </a:rPr>
              <a:t> vs. </a:t>
            </a:r>
            <a:r>
              <a:rPr sz="1800" dirty="0" err="1">
                <a:latin typeface="Arial"/>
              </a:rPr>
              <a:t>LowCmd</a:t>
            </a:r>
            <a:r>
              <a:rPr sz="1800" dirty="0">
                <a:latin typeface="Arial"/>
              </a:rPr>
              <a:t> / </a:t>
            </a:r>
            <a:r>
              <a:rPr sz="1800" dirty="0" err="1">
                <a:latin typeface="Arial"/>
              </a:rPr>
              <a:t>dev_mode</a:t>
            </a:r>
            <a:r>
              <a:rPr sz="1800" dirty="0">
                <a:latin typeface="Arial"/>
              </a:rPr>
              <a:t> verstehen</a:t>
            </a: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q, </a:t>
            </a:r>
            <a:r>
              <a:rPr sz="1800" dirty="0" err="1">
                <a:latin typeface="Arial"/>
              </a:rPr>
              <a:t>dq</a:t>
            </a:r>
            <a:r>
              <a:rPr sz="1800" dirty="0">
                <a:latin typeface="Arial"/>
              </a:rPr>
              <a:t>, </a:t>
            </a:r>
            <a:r>
              <a:rPr sz="1800" dirty="0" err="1">
                <a:latin typeface="Arial"/>
              </a:rPr>
              <a:t>Kp</a:t>
            </a:r>
            <a:r>
              <a:rPr sz="1800" dirty="0">
                <a:latin typeface="Arial"/>
              </a:rPr>
              <a:t>, </a:t>
            </a:r>
            <a:r>
              <a:rPr sz="1800" dirty="0" err="1">
                <a:latin typeface="Arial"/>
              </a:rPr>
              <a:t>Kd</a:t>
            </a:r>
            <a:r>
              <a:rPr sz="1800" dirty="0">
                <a:latin typeface="Arial"/>
              </a:rPr>
              <a:t> und tau </a:t>
            </a:r>
            <a:r>
              <a:rPr sz="1800" dirty="0" err="1">
                <a:latin typeface="Arial"/>
              </a:rPr>
              <a:t>korrekt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einordnen</a:t>
            </a: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Safety ramping: Increment, Clamp und Ramp </a:t>
            </a:r>
            <a:r>
              <a:rPr sz="1800" dirty="0" err="1">
                <a:latin typeface="Arial"/>
              </a:rPr>
              <a:t>verwenden</a:t>
            </a: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g1.release_arms(), g1.engage_arms(), g1.move_ll_joint() </a:t>
            </a:r>
            <a:r>
              <a:rPr sz="1800" dirty="0" err="1">
                <a:latin typeface="Arial"/>
              </a:rPr>
              <a:t>testen</a:t>
            </a: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Dex3: open/close, </a:t>
            </a:r>
            <a:r>
              <a:rPr sz="1800" dirty="0" err="1">
                <a:latin typeface="Arial"/>
              </a:rPr>
              <a:t>release_fingers</a:t>
            </a:r>
            <a:r>
              <a:rPr sz="1800" dirty="0">
                <a:latin typeface="Arial"/>
              </a:rPr>
              <a:t> und tactile pressures </a:t>
            </a:r>
            <a:r>
              <a:rPr sz="1800" dirty="0" err="1">
                <a:latin typeface="Arial"/>
              </a:rPr>
              <a:t>auslesen</a:t>
            </a: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Teach &amp; Repeat </a:t>
            </a:r>
            <a:r>
              <a:rPr sz="1800" dirty="0" err="1">
                <a:latin typeface="Arial"/>
              </a:rPr>
              <a:t>mit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Beispiel</a:t>
            </a:r>
            <a:r>
              <a:rPr sz="1800" dirty="0">
                <a:latin typeface="Arial"/>
              </a:rPr>
              <a:t>: </a:t>
            </a:r>
            <a:r>
              <a:rPr sz="1800" dirty="0" err="1">
                <a:latin typeface="Arial"/>
              </a:rPr>
              <a:t>Kaffee</a:t>
            </a:r>
            <a:r>
              <a:rPr sz="1800" dirty="0">
                <a:latin typeface="Arial"/>
              </a:rPr>
              <a:t>-/</a:t>
            </a:r>
            <a:r>
              <a:rPr sz="1800" dirty="0" err="1">
                <a:latin typeface="Arial"/>
              </a:rPr>
              <a:t>Sodadose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greifen</a:t>
            </a: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Inverse Kinematics </a:t>
            </a:r>
            <a:r>
              <a:rPr sz="1800" dirty="0" err="1">
                <a:latin typeface="Arial"/>
              </a:rPr>
              <a:t>mit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ik_move_ee</a:t>
            </a:r>
            <a:r>
              <a:rPr sz="1800" dirty="0">
                <a:latin typeface="Arial"/>
              </a:rPr>
              <a:t> und ik_pose_cli_v3 </a:t>
            </a:r>
            <a:r>
              <a:rPr sz="1800" dirty="0" err="1">
                <a:latin typeface="Arial"/>
              </a:rPr>
              <a:t>nutzen</a:t>
            </a:r>
            <a:endParaRPr sz="1800" dirty="0">
              <a:latin typeface="Arial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4C48BF-9B87-C31F-FE76-9F18335111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91DF-676B-8A81-4952-8FF35523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C141CFE-4DC0-60C3-660C-8BCFC9B51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EEF5DA9E-B23F-26B2-2ECD-693AF7445C9A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DFX Dexterous Hand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9596255-7E3E-32AE-D1FE-BFDAD970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Overview Hand &amp; Armvarianten​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BCFBAE-9B81-161E-4F4C-1BE94C5F7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517" y="1747307"/>
            <a:ext cx="7306926" cy="474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110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0ACA-001C-D4EA-0323-AB45F25B6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G1 Basic (</a:t>
            </a:r>
            <a:r>
              <a:rPr lang="en-US" dirty="0" err="1"/>
              <a:t>Tanzen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7A73F-9250-44FD-C0C9-E79B04FDD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200" y="2615699"/>
            <a:ext cx="5562600" cy="2121903"/>
          </a:xfrm>
          <a:prstGeom prst="rect">
            <a:avLst/>
          </a:prstGeom>
        </p:spPr>
      </p:pic>
      <p:pic>
        <p:nvPicPr>
          <p:cNvPr id="6" name="WhatsApp Video 2026-09-06 at 11.11.52">
            <a:hlinkClick r:id="" action="ppaction://media"/>
            <a:extLst>
              <a:ext uri="{FF2B5EF4-FFF2-40B4-BE49-F238E27FC236}">
                <a16:creationId xmlns:a16="http://schemas.microsoft.com/office/drawing/2014/main" id="{E8BC2367-F156-B7DC-5D7A-A08F76D924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10917" y="451944"/>
            <a:ext cx="3746083" cy="499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2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5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063578-23C5-D561-0338-A454B00F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71" y="179527"/>
            <a:ext cx="5562987" cy="878066"/>
          </a:xfrm>
        </p:spPr>
        <p:txBody>
          <a:bodyPr/>
          <a:lstStyle/>
          <a:p>
            <a:r>
              <a:rPr lang="de-DE" dirty="0"/>
              <a:t>G1 FÜNF FINGER</a:t>
            </a:r>
          </a:p>
        </p:txBody>
      </p:sp>
      <p:pic>
        <p:nvPicPr>
          <p:cNvPr id="14" name="Inhaltsplatzhalter 13" descr="Ein Bild, das Kamera, optisches Instrument, Werkzeug, Kameras und Optik enthält.&#10;&#10;KI-generierte Inhalte können fehlerhaft sein.">
            <a:extLst>
              <a:ext uri="{FF2B5EF4-FFF2-40B4-BE49-F238E27FC236}">
                <a16:creationId xmlns:a16="http://schemas.microsoft.com/office/drawing/2014/main" id="{1C80A326-8209-708F-F1A7-3B31CFFED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0707" y="1892723"/>
            <a:ext cx="5469428" cy="4102071"/>
          </a:xfrm>
          <a:prstGeom prst="rect">
            <a:avLst/>
          </a:prstGeom>
        </p:spPr>
      </p:pic>
      <p:pic>
        <p:nvPicPr>
          <p:cNvPr id="16" name="Grafik 15" descr="Ein Bild, das Maschine, Im Haus, Wand enthält.&#10;&#10;KI-generierte Inhalte können fehlerhaft sein.">
            <a:extLst>
              <a:ext uri="{FF2B5EF4-FFF2-40B4-BE49-F238E27FC236}">
                <a16:creationId xmlns:a16="http://schemas.microsoft.com/office/drawing/2014/main" id="{111C73ED-326C-7060-2FE7-003110C6E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57390" y="1783084"/>
            <a:ext cx="4592320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9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55BD9-C06E-9A2A-F7FF-0EF554F7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E367FB-B6CE-9F75-002E-A2989303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71" y="179527"/>
            <a:ext cx="5562987" cy="878066"/>
          </a:xfrm>
        </p:spPr>
        <p:txBody>
          <a:bodyPr/>
          <a:lstStyle/>
          <a:p>
            <a:r>
              <a:rPr lang="de-DE" dirty="0"/>
              <a:t>G1 FÜNF FINGER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7AD6B1-AC30-6A0E-1860-06E35CC75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532" y="1526280"/>
            <a:ext cx="3212306" cy="4283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A8CEEC-13AD-2059-4925-7C174D602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130" y="1597880"/>
            <a:ext cx="3165231" cy="42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icrosoftTeams-video (11)">
            <a:hlinkClick r:id="" action="ppaction://media"/>
            <a:extLst>
              <a:ext uri="{FF2B5EF4-FFF2-40B4-BE49-F238E27FC236}">
                <a16:creationId xmlns:a16="http://schemas.microsoft.com/office/drawing/2014/main" id="{F1044B7D-48EF-3C4A-BFAB-727AB8B9C17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95413" y="214434"/>
            <a:ext cx="3337454" cy="5916196"/>
          </a:xfrm>
        </p:spPr>
      </p:pic>
      <p:pic>
        <p:nvPicPr>
          <p:cNvPr id="6" name="MicrosoftTeams-video (12)">
            <a:hlinkClick r:id="" action="ppaction://media"/>
            <a:extLst>
              <a:ext uri="{FF2B5EF4-FFF2-40B4-BE49-F238E27FC236}">
                <a16:creationId xmlns:a16="http://schemas.microsoft.com/office/drawing/2014/main" id="{23A271AC-5A24-A2C6-17D9-C740011D81B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62852" y="197379"/>
            <a:ext cx="3337454" cy="593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5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4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FDDCB1E3-4C13-3C03-EB0D-A07678C3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874" y="806730"/>
            <a:ext cx="7696867" cy="553259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CE3C4C2-99CE-BF42-B79D-12043965C730}"/>
              </a:ext>
            </a:extLst>
          </p:cNvPr>
          <p:cNvSpPr txBox="1"/>
          <p:nvPr/>
        </p:nvSpPr>
        <p:spPr>
          <a:xfrm>
            <a:off x="8117417" y="344499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3"/>
              </a:rPr>
              <a:t>https://we.tl/t-vGViFDhFp9nWuhSy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268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icrosoftTeams-video (6)">
            <a:hlinkClick r:id="" action="ppaction://media"/>
            <a:extLst>
              <a:ext uri="{FF2B5EF4-FFF2-40B4-BE49-F238E27FC236}">
                <a16:creationId xmlns:a16="http://schemas.microsoft.com/office/drawing/2014/main" id="{DD3FBBC8-D4EB-1212-08F8-5A8ACA67C12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63652" y="107730"/>
            <a:ext cx="3524481" cy="6264197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93DFD1D-E3DF-D74D-FAC1-9EA6A00BD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4531" y="671689"/>
            <a:ext cx="60108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effectLst/>
                <a:cs typeface="Roboto" panose="02000000000000000000" pitchFamily="2" charset="0"/>
              </a:rPr>
              <a:t>LocoClient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 Stabilität mit DFX Hände (Running Mode)</a:t>
            </a:r>
          </a:p>
        </p:txBody>
      </p:sp>
    </p:spTree>
    <p:extLst>
      <p:ext uri="{BB962C8B-B14F-4D97-AF65-F5344CB8AC3E}">
        <p14:creationId xmlns:p14="http://schemas.microsoft.com/office/powerpoint/2010/main" val="228051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1B17-3AA2-7057-C095-846DFE1B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AA49BB7F-627B-F308-3FDB-56307B06F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4531" y="671689"/>
            <a:ext cx="60108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effectLst/>
                <a:cs typeface="Roboto" panose="02000000000000000000" pitchFamily="2" charset="0"/>
              </a:rPr>
              <a:t>LocoClient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 Stabilität mit DFX Hände (Regular Mode)</a:t>
            </a:r>
          </a:p>
        </p:txBody>
      </p:sp>
      <p:pic>
        <p:nvPicPr>
          <p:cNvPr id="4" name="WhatsApp Video 2026-09-05 at 15.38.11">
            <a:hlinkClick r:id="" action="ppaction://media"/>
            <a:extLst>
              <a:ext uri="{FF2B5EF4-FFF2-40B4-BE49-F238E27FC236}">
                <a16:creationId xmlns:a16="http://schemas.microsoft.com/office/drawing/2014/main" id="{91D8CD22-4A60-E1EF-9C95-8C0A04E6A76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39779" y="240515"/>
            <a:ext cx="3103685" cy="55163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7251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4B732-7D79-8743-E12D-27D44F8A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Low Level Steuerung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2BEBD1-E009-8E21-D6F1-FC4440661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34511"/>
            <a:ext cx="4770120" cy="4283678"/>
          </a:xfrm>
        </p:spPr>
        <p:txBody>
          <a:bodyPr wrap="square">
            <a:normAutofit lnSpcReduction="10000"/>
          </a:bodyPr>
          <a:lstStyle/>
          <a:p>
            <a:r>
              <a:rPr sz="3000"/>
              <a:t>LowLevel joint control</a:t>
            </a:r>
            <a:endParaRPr lang="de-DE" dirty="0"/>
          </a:p>
          <a:p>
            <a:r>
              <a:rPr sz="3000"/>
              <a:t>Arm SDK vs. LowCmd / dev_mode</a:t>
            </a:r>
          </a:p>
          <a:p>
            <a:r>
              <a:rPr sz="3000"/>
              <a:t>q, dq, Kp, Kd, τ</a:t>
            </a:r>
          </a:p>
          <a:p>
            <a:r>
              <a:rPr sz="3000"/>
              <a:t>Safety ramping: Increment → Clamp → Ramp</a:t>
            </a:r>
          </a:p>
          <a:p>
            <a:r>
              <a:rPr sz="3000"/>
              <a:t>Nur eine aktive Kontrollquelle pro Arm verwenden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44EB3B61-5E76-1E10-F4D8-C45AFB5464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27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200"/>
              <a:t>LowLevel Joint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rPr sz="2000"/>
              <a:t>Konzept</a:t>
            </a:r>
          </a:p>
          <a:p>
            <a:endParaRPr sz="2000"/>
          </a:p>
          <a:p>
            <a:r>
              <a:rPr sz="2000"/>
              <a:t>Ziel: einzelne Gelenke direkt und kontrolliert bewegen</a:t>
            </a:r>
          </a:p>
          <a:p>
            <a:endParaRPr sz="2000"/>
          </a:p>
          <a:p>
            <a:r>
              <a:rPr sz="2000"/>
              <a:t>arm_sdk</a:t>
            </a:r>
          </a:p>
          <a:p>
            <a:r>
              <a:rPr sz="2000"/>
              <a:t>High-Level Armsteuerung über SDK</a:t>
            </a:r>
          </a:p>
          <a:p>
            <a:r>
              <a:rPr sz="2000"/>
              <a:t>Für Gesten, Posen und reguläre Armbewegungen</a:t>
            </a:r>
          </a:p>
          <a:p>
            <a:endParaRPr sz="2000"/>
          </a:p>
          <a:p>
            <a:r>
              <a:rPr sz="2000"/>
              <a:t>LowCmd / dev_mode</a:t>
            </a:r>
          </a:p>
          <a:p>
            <a:r>
              <a:rPr sz="2000"/>
              <a:t>Direkte Gelenkbefehle an q, dq, Kp, Kd, τ</a:t>
            </a:r>
          </a:p>
          <a:p>
            <a:r>
              <a:rPr sz="2000"/>
              <a:t>Nur mit Begrenzung und Rampen verwenden</a:t>
            </a:r>
          </a:p>
        </p:txBody>
      </p:sp>
      <p:pic>
        <p:nvPicPr>
          <p:cNvPr id="10" name="Picture Placeholder 6">
            <a:extLst>
              <a:ext uri="{FF2B5EF4-FFF2-40B4-BE49-F238E27FC236}">
                <a16:creationId xmlns:a16="http://schemas.microsoft.com/office/drawing/2014/main" id="{D08741A7-1FA3-AADF-A493-6769B8FA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3A34-E025-F44E-E67D-306740CE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4813"/>
            <a:ext cx="6401187" cy="878066"/>
          </a:xfrm>
        </p:spPr>
        <p:txBody>
          <a:bodyPr wrap="square">
            <a:normAutofit/>
          </a:bodyPr>
          <a:lstStyle/>
          <a:p>
            <a:r>
              <a:rPr dirty="0"/>
              <a:t>q, </a:t>
            </a:r>
            <a:r>
              <a:rPr dirty="0" err="1"/>
              <a:t>dq</a:t>
            </a:r>
            <a:r>
              <a:rPr dirty="0"/>
              <a:t>, </a:t>
            </a:r>
            <a:r>
              <a:rPr dirty="0" err="1"/>
              <a:t>Kp</a:t>
            </a:r>
            <a:r>
              <a:rPr dirty="0"/>
              <a:t>, </a:t>
            </a:r>
            <a:r>
              <a:rPr dirty="0" err="1"/>
              <a:t>Kd</a:t>
            </a:r>
            <a:r>
              <a:rPr dirty="0"/>
              <a:t> und 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7804-04F1-01D2-B2CF-3E8031467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34509"/>
            <a:ext cx="6532605" cy="5138139"/>
          </a:xfrm>
        </p:spPr>
        <p:txBody>
          <a:bodyPr wrap="square">
            <a:normAutofit fontScale="92500" lnSpcReduction="20000"/>
          </a:bodyPr>
          <a:lstStyle/>
          <a:p>
            <a:r>
              <a:rPr sz="2200" dirty="0"/>
              <a:t>q – </a:t>
            </a:r>
            <a:r>
              <a:rPr sz="2200" dirty="0" err="1"/>
              <a:t>Gelenkposition</a:t>
            </a:r>
            <a:endParaRPr lang="en-US" dirty="0"/>
          </a:p>
          <a:p>
            <a:r>
              <a:rPr sz="2200" dirty="0"/>
              <a:t>Ziel- </a:t>
            </a:r>
            <a:r>
              <a:rPr sz="2200" dirty="0" err="1"/>
              <a:t>oder</a:t>
            </a:r>
            <a:r>
              <a:rPr sz="2200" dirty="0"/>
              <a:t> </a:t>
            </a:r>
            <a:r>
              <a:rPr sz="2200" dirty="0" err="1"/>
              <a:t>Ist</a:t>
            </a:r>
            <a:r>
              <a:rPr sz="2200" dirty="0"/>
              <a:t>-Winkel des </a:t>
            </a:r>
            <a:r>
              <a:rPr sz="2200" dirty="0" err="1"/>
              <a:t>Gelenks</a:t>
            </a:r>
            <a:r>
              <a:rPr sz="2200" dirty="0"/>
              <a:t> in rad</a:t>
            </a:r>
          </a:p>
          <a:p>
            <a:endParaRPr sz="2200" dirty="0"/>
          </a:p>
          <a:p>
            <a:r>
              <a:rPr sz="2200" dirty="0" err="1"/>
              <a:t>dq</a:t>
            </a:r>
            <a:r>
              <a:rPr sz="2200" dirty="0"/>
              <a:t> – </a:t>
            </a:r>
            <a:r>
              <a:rPr sz="2200" dirty="0" err="1"/>
              <a:t>Gelenkgeschwindigkeit</a:t>
            </a:r>
            <a:endParaRPr sz="2200" dirty="0"/>
          </a:p>
          <a:p>
            <a:r>
              <a:rPr sz="2200" dirty="0" err="1"/>
              <a:t>Änderung</a:t>
            </a:r>
            <a:r>
              <a:rPr sz="2200" dirty="0"/>
              <a:t> der </a:t>
            </a:r>
            <a:r>
              <a:rPr sz="2200" dirty="0" err="1"/>
              <a:t>Gelenkposition</a:t>
            </a:r>
            <a:r>
              <a:rPr sz="2200" dirty="0"/>
              <a:t> in rad/s</a:t>
            </a:r>
          </a:p>
          <a:p>
            <a:endParaRPr sz="2200" dirty="0"/>
          </a:p>
          <a:p>
            <a:r>
              <a:rPr sz="2200" dirty="0" err="1"/>
              <a:t>Kp</a:t>
            </a:r>
            <a:r>
              <a:rPr sz="2200" dirty="0"/>
              <a:t> – </a:t>
            </a:r>
            <a:r>
              <a:rPr sz="2200" dirty="0" err="1"/>
              <a:t>Positionsverstärkung</a:t>
            </a:r>
            <a:endParaRPr sz="2200" dirty="0"/>
          </a:p>
          <a:p>
            <a:r>
              <a:rPr sz="2200" dirty="0"/>
              <a:t>Wie stark das </a:t>
            </a:r>
            <a:r>
              <a:rPr sz="2200" dirty="0" err="1"/>
              <a:t>Gelenk</a:t>
            </a:r>
            <a:r>
              <a:rPr sz="2200" dirty="0"/>
              <a:t> dem </a:t>
            </a:r>
            <a:r>
              <a:rPr sz="2200" dirty="0" err="1"/>
              <a:t>Positionsfehler</a:t>
            </a:r>
            <a:r>
              <a:rPr sz="2200" dirty="0"/>
              <a:t> </a:t>
            </a:r>
            <a:r>
              <a:rPr sz="2200" dirty="0" err="1"/>
              <a:t>folgt</a:t>
            </a:r>
            <a:endParaRPr sz="2200" dirty="0"/>
          </a:p>
          <a:p>
            <a:endParaRPr sz="2200" dirty="0"/>
          </a:p>
          <a:p>
            <a:r>
              <a:rPr sz="2200" dirty="0" err="1"/>
              <a:t>Kd</a:t>
            </a:r>
            <a:r>
              <a:rPr sz="2200" dirty="0"/>
              <a:t> – </a:t>
            </a:r>
            <a:r>
              <a:rPr sz="2200" dirty="0" err="1"/>
              <a:t>Dämpfungsverstärkung</a:t>
            </a:r>
            <a:endParaRPr sz="2200" dirty="0"/>
          </a:p>
          <a:p>
            <a:r>
              <a:rPr sz="2200" dirty="0" err="1"/>
              <a:t>Reduziert</a:t>
            </a:r>
            <a:r>
              <a:rPr sz="2200" dirty="0"/>
              <a:t> </a:t>
            </a:r>
            <a:r>
              <a:rPr sz="2200" dirty="0" err="1"/>
              <a:t>Schwingen</a:t>
            </a:r>
            <a:r>
              <a:rPr sz="2200" dirty="0"/>
              <a:t> und </a:t>
            </a:r>
            <a:r>
              <a:rPr sz="2200" dirty="0" err="1"/>
              <a:t>schnelle</a:t>
            </a:r>
            <a:r>
              <a:rPr sz="2200" dirty="0"/>
              <a:t> </a:t>
            </a:r>
            <a:r>
              <a:rPr sz="2200" dirty="0" err="1"/>
              <a:t>Bewegungen</a:t>
            </a:r>
            <a:endParaRPr sz="2200" dirty="0"/>
          </a:p>
          <a:p>
            <a:endParaRPr sz="2200" dirty="0"/>
          </a:p>
          <a:p>
            <a:r>
              <a:rPr sz="2200" dirty="0"/>
              <a:t>τ – </a:t>
            </a:r>
            <a:r>
              <a:rPr sz="2200" dirty="0" err="1"/>
              <a:t>Gelenkmoment</a:t>
            </a:r>
            <a:endParaRPr sz="2200" dirty="0"/>
          </a:p>
          <a:p>
            <a:r>
              <a:rPr sz="2200" dirty="0" err="1"/>
              <a:t>Drehmomentbefehl</a:t>
            </a:r>
            <a:r>
              <a:rPr sz="2200" dirty="0"/>
              <a:t> </a:t>
            </a:r>
            <a:r>
              <a:rPr sz="2200" dirty="0" err="1"/>
              <a:t>oder</a:t>
            </a:r>
            <a:r>
              <a:rPr sz="2200" dirty="0"/>
              <a:t> </a:t>
            </a:r>
            <a:r>
              <a:rPr sz="2200" dirty="0" err="1"/>
              <a:t>gemessenes</a:t>
            </a:r>
            <a:r>
              <a:rPr sz="2200" dirty="0"/>
              <a:t> Moment in Nm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307C7DB-8694-41A1-BC64-B99AAC9076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26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F7D0-544A-0E69-DCDC-F8B0C3466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51946"/>
            <a:ext cx="624878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Increment, Clamp, Ramp – Never Jump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6236F-115F-D946-92E5-4EBAB0C22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8097"/>
            <a:ext cx="6647935" cy="5226908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Bei der Low-Level- und IK-</a:t>
            </a:r>
            <a:r>
              <a:rPr lang="en-US" dirty="0" err="1"/>
              <a:t>Regelung</a:t>
            </a:r>
            <a:r>
              <a:rPr lang="en-US" dirty="0"/>
              <a:t> </a:t>
            </a:r>
            <a:r>
              <a:rPr lang="en-US" dirty="0" err="1"/>
              <a:t>sollten</a:t>
            </a:r>
            <a:r>
              <a:rPr lang="en-US" dirty="0"/>
              <a:t> </a:t>
            </a:r>
            <a:r>
              <a:rPr lang="en-US" dirty="0" err="1"/>
              <a:t>Zielwertänderungen</a:t>
            </a:r>
            <a:r>
              <a:rPr lang="en-US" dirty="0"/>
              <a:t> </a:t>
            </a:r>
            <a:r>
              <a:rPr lang="en-US" dirty="0" err="1"/>
              <a:t>schrittweise</a:t>
            </a:r>
            <a:r>
              <a:rPr lang="en-US" dirty="0"/>
              <a:t> </a:t>
            </a:r>
            <a:r>
              <a:rPr lang="en-US" dirty="0" err="1"/>
              <a:t>erfolgen</a:t>
            </a:r>
            <a:r>
              <a:rPr lang="en-US" dirty="0"/>
              <a:t>.</a:t>
            </a:r>
          </a:p>
          <a:p>
            <a:r>
              <a:rPr lang="en-US" dirty="0" err="1"/>
              <a:t>Inkrement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Um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kleinen</a:t>
            </a:r>
            <a:r>
              <a:rPr lang="en-US" dirty="0"/>
              <a:t> </a:t>
            </a:r>
            <a:r>
              <a:rPr lang="en-US" dirty="0" err="1"/>
              <a:t>Betrag</a:t>
            </a:r>
            <a:r>
              <a:rPr lang="en-US" dirty="0"/>
              <a:t> </a:t>
            </a:r>
            <a:r>
              <a:rPr lang="en-US" dirty="0" err="1"/>
              <a:t>verschieben</a:t>
            </a:r>
            <a:r>
              <a:rPr lang="en-US" dirty="0"/>
              <a:t>: </a:t>
            </a:r>
            <a:r>
              <a:rPr lang="en-US" dirty="0" err="1"/>
              <a:t>Zielwert</a:t>
            </a:r>
            <a:r>
              <a:rPr lang="en-US" dirty="0"/>
              <a:t> += Delta</a:t>
            </a:r>
          </a:p>
          <a:p>
            <a:endParaRPr lang="en-US" dirty="0"/>
          </a:p>
          <a:p>
            <a:r>
              <a:rPr lang="en-US" dirty="0"/>
              <a:t>Clamp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Den </a:t>
            </a:r>
            <a:r>
              <a:rPr lang="en-US" dirty="0" err="1"/>
              <a:t>Zielwert</a:t>
            </a:r>
            <a:r>
              <a:rPr lang="en-US" dirty="0"/>
              <a:t> </a:t>
            </a:r>
            <a:r>
              <a:rPr lang="en-US" dirty="0" err="1"/>
              <a:t>innerhalb</a:t>
            </a:r>
            <a:r>
              <a:rPr lang="en-US" dirty="0"/>
              <a:t> </a:t>
            </a:r>
            <a:r>
              <a:rPr lang="en-US" dirty="0" err="1"/>
              <a:t>sicherer</a:t>
            </a:r>
            <a:r>
              <a:rPr lang="en-US" dirty="0"/>
              <a:t> </a:t>
            </a:r>
            <a:r>
              <a:rPr lang="en-US" dirty="0" err="1"/>
              <a:t>Grenzen</a:t>
            </a:r>
            <a:r>
              <a:rPr lang="en-US" dirty="0"/>
              <a:t> </a:t>
            </a:r>
            <a:r>
              <a:rPr lang="en-US" dirty="0" err="1"/>
              <a:t>halten</a:t>
            </a:r>
            <a:r>
              <a:rPr lang="en-US" dirty="0"/>
              <a:t>: </a:t>
            </a:r>
            <a:r>
              <a:rPr lang="en-US" dirty="0" err="1"/>
              <a:t>Zielwert</a:t>
            </a:r>
            <a:r>
              <a:rPr lang="en-US" dirty="0"/>
              <a:t> = Clamp(</a:t>
            </a:r>
            <a:r>
              <a:rPr lang="en-US" dirty="0" err="1"/>
              <a:t>Zielwert</a:t>
            </a:r>
            <a:r>
              <a:rPr lang="en-US" dirty="0"/>
              <a:t>, </a:t>
            </a:r>
            <a:r>
              <a:rPr lang="en-US" dirty="0" err="1"/>
              <a:t>Min_Wert</a:t>
            </a:r>
            <a:r>
              <a:rPr lang="en-US" dirty="0"/>
              <a:t>, </a:t>
            </a:r>
            <a:r>
              <a:rPr lang="en-US" dirty="0" err="1"/>
              <a:t>Max_Wert</a:t>
            </a:r>
            <a:r>
              <a:rPr lang="en-US" dirty="0"/>
              <a:t>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Ramp</a:t>
            </a:r>
          </a:p>
          <a:p>
            <a:r>
              <a:rPr lang="en-US" dirty="0" err="1"/>
              <a:t>Schrittweise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aktuellen</a:t>
            </a:r>
            <a:r>
              <a:rPr lang="en-US" dirty="0"/>
              <a:t> Wert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Zielwert</a:t>
            </a:r>
            <a:r>
              <a:rPr lang="en-US" dirty="0"/>
              <a:t> </a:t>
            </a:r>
            <a:r>
              <a:rPr lang="en-US" dirty="0" err="1"/>
              <a:t>übergehen</a:t>
            </a:r>
            <a:r>
              <a:rPr lang="en-US" dirty="0"/>
              <a:t>. </a:t>
            </a:r>
            <a:r>
              <a:rPr lang="en-US" dirty="0" err="1"/>
              <a:t>Aktuell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dirty="0"/>
              <a:t>Schritt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Schritt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Schritt</a:t>
            </a:r>
          </a:p>
          <a:p>
            <a:r>
              <a:rPr lang="en-US" dirty="0"/>
              <a:t>↓</a:t>
            </a:r>
          </a:p>
          <a:p>
            <a:r>
              <a:rPr lang="en-US" dirty="0" err="1"/>
              <a:t>Zielwert</a:t>
            </a:r>
            <a:endParaRPr lang="en-US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709E1E97-530C-C0B4-B081-E0A1E4FD6E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2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1946"/>
            <a:ext cx="6510867" cy="878066"/>
          </a:xfrm>
        </p:spPr>
        <p:txBody>
          <a:bodyPr wrap="square">
            <a:normAutofit/>
          </a:bodyPr>
          <a:lstStyle/>
          <a:p>
            <a:r>
              <a:rPr sz="4200" dirty="0"/>
              <a:t>G1 </a:t>
            </a:r>
            <a:r>
              <a:rPr lang="de-DE" sz="4200" dirty="0"/>
              <a:t>Wrapper</a:t>
            </a:r>
            <a:r>
              <a:rPr sz="4200" dirty="0"/>
              <a:t>– Arm &amp; Joint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g1.release_arms()</a:t>
            </a:r>
          </a:p>
          <a:p>
            <a:r>
              <a:rPr sz="2000"/>
              <a:t>Arme freigeben und manuell führen</a:t>
            </a:r>
          </a:p>
          <a:p>
            <a:endParaRPr sz="2000"/>
          </a:p>
          <a:p>
            <a:r>
              <a:rPr sz="2000"/>
              <a:t>g1.engage_arms()</a:t>
            </a:r>
          </a:p>
          <a:p>
            <a:r>
              <a:rPr sz="2000"/>
              <a:t>Armregelung wieder aktivieren</a:t>
            </a:r>
          </a:p>
          <a:p>
            <a:endParaRPr sz="2000"/>
          </a:p>
          <a:p>
            <a:r>
              <a:rPr sz="2000"/>
              <a:t>g1.move_ll_joint(joint, delta_or_target)</a:t>
            </a:r>
          </a:p>
          <a:p>
            <a:r>
              <a:rPr sz="2000"/>
              <a:t>Einzelnes Gelenk sicher bewegen</a:t>
            </a:r>
          </a:p>
          <a:p>
            <a:r>
              <a:rPr sz="2000"/>
              <a:t>Beispiel: right shoulder roll um +0.3 rad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D08741A7-1FA3-AADF-A493-6769B8FA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sz="3400">
                <a:latin typeface="Arial"/>
              </a:rPr>
              <a:t>Visualisierung 1: joint_control_dashboard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2000" dirty="0">
                <a:latin typeface="Arial"/>
              </a:rPr>
              <a:t>Live-</a:t>
            </a:r>
            <a:r>
              <a:rPr sz="2000" dirty="0" err="1">
                <a:latin typeface="Arial"/>
              </a:rPr>
              <a:t>Anzeige</a:t>
            </a:r>
            <a:r>
              <a:rPr sz="2000" dirty="0">
                <a:latin typeface="Arial"/>
              </a:rPr>
              <a:t> für Low-Level Joint Control</a:t>
            </a:r>
          </a:p>
          <a:p>
            <a:pPr>
              <a:spcAft>
                <a:spcPts val="300"/>
              </a:spcAft>
            </a:pPr>
            <a:r>
              <a:rPr sz="2000" dirty="0">
                <a:latin typeface="Arial"/>
              </a:rPr>
              <a:t>q: </a:t>
            </a:r>
            <a:r>
              <a:rPr sz="2000" dirty="0" err="1">
                <a:latin typeface="Arial"/>
              </a:rPr>
              <a:t>aktuelle</a:t>
            </a:r>
            <a:r>
              <a:rPr sz="2000" dirty="0">
                <a:latin typeface="Arial"/>
              </a:rPr>
              <a:t> </a:t>
            </a:r>
            <a:r>
              <a:rPr sz="2000" dirty="0" err="1">
                <a:latin typeface="Arial"/>
              </a:rPr>
              <a:t>Gelenkposition</a:t>
            </a:r>
            <a:endParaRPr sz="20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2000" dirty="0" err="1">
                <a:latin typeface="Arial"/>
              </a:rPr>
              <a:t>dq</a:t>
            </a:r>
            <a:r>
              <a:rPr sz="2000" dirty="0">
                <a:latin typeface="Arial"/>
              </a:rPr>
              <a:t>: </a:t>
            </a:r>
            <a:r>
              <a:rPr sz="2000" dirty="0" err="1">
                <a:latin typeface="Arial"/>
              </a:rPr>
              <a:t>Gelenkgeschwindigkeit</a:t>
            </a:r>
            <a:endParaRPr sz="20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2000" dirty="0">
                <a:latin typeface="Arial"/>
              </a:rPr>
              <a:t>tau: </a:t>
            </a:r>
            <a:r>
              <a:rPr sz="2000" dirty="0" err="1">
                <a:latin typeface="Arial"/>
              </a:rPr>
              <a:t>Drehmoment</a:t>
            </a:r>
            <a:r>
              <a:rPr sz="2000" dirty="0">
                <a:latin typeface="Arial"/>
              </a:rPr>
              <a:t> / Moment-</a:t>
            </a:r>
            <a:r>
              <a:rPr sz="2000" dirty="0" err="1">
                <a:latin typeface="Arial"/>
              </a:rPr>
              <a:t>Rückmeldung</a:t>
            </a:r>
            <a:endParaRPr sz="20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2000" dirty="0">
                <a:latin typeface="Arial"/>
              </a:rPr>
              <a:t>Ziel-q und Ramp-Fortschritt </a:t>
            </a:r>
            <a:r>
              <a:rPr sz="2000" dirty="0" err="1">
                <a:latin typeface="Arial"/>
              </a:rPr>
              <a:t>sichtbar</a:t>
            </a:r>
            <a:r>
              <a:rPr sz="2000" dirty="0">
                <a:latin typeface="Arial"/>
              </a:rPr>
              <a:t> </a:t>
            </a:r>
            <a:r>
              <a:rPr sz="2000" dirty="0" err="1">
                <a:latin typeface="Arial"/>
              </a:rPr>
              <a:t>machen</a:t>
            </a:r>
            <a:endParaRPr sz="20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2000" dirty="0" err="1">
                <a:latin typeface="Arial"/>
              </a:rPr>
              <a:t>Nutzen</a:t>
            </a:r>
            <a:r>
              <a:rPr sz="2000" dirty="0">
                <a:latin typeface="Arial"/>
              </a:rPr>
              <a:t>: </a:t>
            </a:r>
            <a:r>
              <a:rPr sz="2000" dirty="0" err="1">
                <a:latin typeface="Arial"/>
              </a:rPr>
              <a:t>sichere</a:t>
            </a:r>
            <a:r>
              <a:rPr sz="2000" dirty="0">
                <a:latin typeface="Arial"/>
              </a:rPr>
              <a:t> Tests </a:t>
            </a:r>
            <a:r>
              <a:rPr sz="2000" dirty="0" err="1">
                <a:latin typeface="Arial"/>
              </a:rPr>
              <a:t>einzelner</a:t>
            </a:r>
            <a:r>
              <a:rPr sz="2000" dirty="0">
                <a:latin typeface="Arial"/>
              </a:rPr>
              <a:t> </a:t>
            </a:r>
            <a:r>
              <a:rPr sz="2000" dirty="0" err="1">
                <a:latin typeface="Arial"/>
              </a:rPr>
              <a:t>Gelenke</a:t>
            </a:r>
            <a:r>
              <a:rPr sz="2000" dirty="0">
                <a:latin typeface="Arial"/>
              </a:rPr>
              <a:t> </a:t>
            </a:r>
            <a:r>
              <a:rPr sz="2000" dirty="0" err="1">
                <a:latin typeface="Arial"/>
              </a:rPr>
              <a:t>ohne</a:t>
            </a:r>
            <a:r>
              <a:rPr sz="2000" dirty="0">
                <a:latin typeface="Arial"/>
              </a:rPr>
              <a:t> </a:t>
            </a:r>
            <a:r>
              <a:rPr sz="2000" dirty="0" err="1">
                <a:latin typeface="Arial"/>
              </a:rPr>
              <a:t>Sprungbewegungen</a:t>
            </a:r>
            <a:endParaRPr sz="2000" dirty="0">
              <a:latin typeface="Arial"/>
            </a:endParaRPr>
          </a:p>
        </p:txBody>
      </p:sp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0D9ACFAA-0C01-D46B-F868-00F98E15AD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AF20-5A08-E42A-1758-329B6B39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DE8FF6-0B50-C834-668B-7495FDA1D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5272F96-F444-8AB5-B8C8-5D5C9B4A169E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Dex3-1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4C86FF8F-12F6-4DE5-5B73-45D6CC8A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Overview Hand &amp; Armvarianten​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F763A9-E9D7-E963-2A02-65F781CA0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" t="9141"/>
          <a:stretch>
            <a:fillRect/>
          </a:stretch>
        </p:blipFill>
        <p:spPr bwMode="auto">
          <a:xfrm>
            <a:off x="2150533" y="1752599"/>
            <a:ext cx="8187267" cy="475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456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B88A3A-2B00-7D99-BDEB-D48A70B1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G1 3 FINGER</a:t>
            </a:r>
          </a:p>
        </p:txBody>
      </p:sp>
      <p:pic>
        <p:nvPicPr>
          <p:cNvPr id="6" name="Inhaltsplatzhalter 5" descr="Ein Bild, das Maschine, Werkzeug, Roboter, Im Haus enthält.&#10;&#10;KI-generierte Inhalte können fehlerhaft sein.">
            <a:extLst>
              <a:ext uri="{FF2B5EF4-FFF2-40B4-BE49-F238E27FC236}">
                <a16:creationId xmlns:a16="http://schemas.microsoft.com/office/drawing/2014/main" id="{227AEC2B-FE72-4B2F-3076-523DAE7C8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799" y="1711543"/>
            <a:ext cx="2014081" cy="4209020"/>
          </a:xfrm>
          <a:prstGeom prst="rect">
            <a:avLst/>
          </a:prstGeom>
        </p:spPr>
      </p:pic>
      <p:pic>
        <p:nvPicPr>
          <p:cNvPr id="8" name="Bildplatzhalter 7" descr="Ein Bild, das Person, Motorrad, Fahrrad, Hebel enthält.&#10;&#10;KI-generierte Inhalte können fehlerhaft sein.">
            <a:extLst>
              <a:ext uri="{FF2B5EF4-FFF2-40B4-BE49-F238E27FC236}">
                <a16:creationId xmlns:a16="http://schemas.microsoft.com/office/drawing/2014/main" id="{F5810D15-AFB5-CFBA-08F2-3D55E86E56E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5" b="10855"/>
          <a:stretch>
            <a:fillRect/>
          </a:stretch>
        </p:blipFill>
        <p:spPr>
          <a:xfrm>
            <a:off x="7353602" y="1711543"/>
            <a:ext cx="3830864" cy="399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52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D9B8DC-3B46-DF53-680D-0F29D55A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F2AFEB-A219-2CCB-62EC-5CE0FDF0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G1 3 FINGER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866605C-D009-DBE3-A03B-00F19FC9B1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5" b="10855"/>
          <a:stretch>
            <a:fillRect/>
          </a:stretch>
        </p:blipFill>
        <p:spPr>
          <a:xfrm>
            <a:off x="4191653" y="1137745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98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200" dirty="0"/>
              <a:t>G1</a:t>
            </a:r>
            <a:r>
              <a:rPr lang="de-DE" sz="4200" dirty="0"/>
              <a:t> Wrapper</a:t>
            </a:r>
            <a:r>
              <a:rPr sz="4200" dirty="0"/>
              <a:t> – Dex3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sz="2000"/>
              <a:t>g1.open_dex3_hand(hand)</a:t>
            </a:r>
          </a:p>
          <a:p>
            <a:r>
              <a:rPr sz="2000"/>
              <a:t>Dex3 Hand schrittweise öffnen</a:t>
            </a:r>
          </a:p>
          <a:p>
            <a:endParaRPr sz="2000"/>
          </a:p>
          <a:p>
            <a:r>
              <a:rPr sz="2000"/>
              <a:t>g1.close_dex3_hand(hand)</a:t>
            </a:r>
          </a:p>
          <a:p>
            <a:r>
              <a:rPr sz="2000"/>
              <a:t>Dex3 Hand schrittweise schließen</a:t>
            </a:r>
          </a:p>
          <a:p>
            <a:endParaRPr sz="2000"/>
          </a:p>
          <a:p>
            <a:r>
              <a:rPr sz="2000"/>
              <a:t>g1.release_fingers(hand)</a:t>
            </a:r>
          </a:p>
          <a:p>
            <a:r>
              <a:rPr sz="2000"/>
              <a:t>Finger freigeben / compliant schalten</a:t>
            </a:r>
          </a:p>
          <a:p>
            <a:endParaRPr sz="2000"/>
          </a:p>
          <a:p>
            <a:r>
              <a:rPr sz="2000"/>
              <a:t>g1.get_dex3_tactile_pressures(hand)</a:t>
            </a:r>
          </a:p>
          <a:p>
            <a:r>
              <a:rPr sz="2000"/>
              <a:t>Taktile Druckwerte auslesen</a:t>
            </a:r>
          </a:p>
        </p:txBody>
      </p:sp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821645CB-E5D5-67F5-E38B-BBF276A0A6B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3C38-773A-E3CB-D593-82C3F184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Dex3 </a:t>
            </a:r>
            <a:r>
              <a:rPr lang="de-DE" dirty="0"/>
              <a:t>Methods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F2BE7-0B20-DF43-67E0-DC2F34698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075" y="1472727"/>
            <a:ext cx="5562987" cy="4283678"/>
          </a:xfrm>
        </p:spPr>
        <p:txBody>
          <a:bodyPr wrap="square">
            <a:normAutofit fontScale="92500" lnSpcReduction="10000"/>
          </a:bodyPr>
          <a:lstStyle/>
          <a:p>
            <a:r>
              <a:rPr sz="2300"/>
              <a:t>Die Dex3-Funktionen werden als wiederverwendbare Services genutzt.</a:t>
            </a:r>
          </a:p>
          <a:p>
            <a:endParaRPr sz="2300"/>
          </a:p>
          <a:p>
            <a:r>
              <a:rPr sz="2300"/>
              <a:t>Wichtige Funktionen:</a:t>
            </a:r>
          </a:p>
          <a:p>
            <a:r>
              <a:rPr sz="2300"/>
              <a:t>g1.open_dex3_hand(hand)</a:t>
            </a:r>
          </a:p>
          <a:p>
            <a:r>
              <a:rPr sz="2300"/>
              <a:t>g1.close_dex3_hand(hand)</a:t>
            </a:r>
          </a:p>
          <a:p>
            <a:r>
              <a:rPr sz="2300"/>
              <a:t>g1.release_fingers(hand)</a:t>
            </a:r>
          </a:p>
          <a:p>
            <a:r>
              <a:rPr sz="2300"/>
              <a:t>g1.get_dex3_tactile_pressures(hand)</a:t>
            </a:r>
          </a:p>
          <a:p>
            <a:endParaRPr sz="2300"/>
          </a:p>
          <a:p>
            <a:r>
              <a:rPr sz="2300"/>
              <a:t>Ziel: Handsteuerung, taktile Rückmeldung und Greifen in einfachen Programmen kombinieren.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CAFB3-F0F6-C687-922A-627E4215B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89" y="2011062"/>
            <a:ext cx="6246111" cy="263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54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85576D-6335-79DC-3C61-00995533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sz="3400" dirty="0">
                <a:solidFill>
                  <a:srgbClr val="FF0000"/>
                </a:solidFill>
                <a:latin typeface="Arial"/>
              </a:rPr>
              <a:t>Aufgabe 1</a:t>
            </a:r>
            <a:r>
              <a:rPr sz="3400" dirty="0">
                <a:latin typeface="Arial"/>
              </a:rPr>
              <a:t>: </a:t>
            </a:r>
            <a:r>
              <a:rPr sz="3400" dirty="0" err="1">
                <a:latin typeface="Arial"/>
              </a:rPr>
              <a:t>LowLevel</a:t>
            </a:r>
            <a:r>
              <a:rPr sz="3400" dirty="0">
                <a:latin typeface="Arial"/>
              </a:rPr>
              <a:t> + Dex3 </a:t>
            </a:r>
            <a:r>
              <a:rPr sz="3400" dirty="0" err="1">
                <a:latin typeface="Arial"/>
              </a:rPr>
              <a:t>Basischeck</a:t>
            </a:r>
            <a:endParaRPr sz="3400" dirty="0">
              <a:latin typeface="Arial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FC31C9-E7C2-7A32-B382-8E22EBBF9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1. Rechte Schulter-Roll um +0.3 rad </a:t>
            </a:r>
            <a:r>
              <a:rPr sz="1700" dirty="0" err="1">
                <a:latin typeface="Arial"/>
              </a:rPr>
              <a:t>bewegen</a:t>
            </a:r>
            <a:endParaRPr sz="17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   g1.move_ll_joint("</a:t>
            </a:r>
            <a:r>
              <a:rPr sz="1700" dirty="0" err="1">
                <a:latin typeface="Arial"/>
              </a:rPr>
              <a:t>right_shoulder_roll</a:t>
            </a:r>
            <a:r>
              <a:rPr sz="1700" dirty="0">
                <a:latin typeface="Arial"/>
              </a:rPr>
              <a:t>", +0.3)</a:t>
            </a: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2. Arme </a:t>
            </a:r>
            <a:r>
              <a:rPr sz="1700" dirty="0" err="1">
                <a:latin typeface="Arial"/>
              </a:rPr>
              <a:t>freigeben</a:t>
            </a:r>
            <a:endParaRPr sz="17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   g1.release_arms()</a:t>
            </a: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3. Arme </a:t>
            </a:r>
            <a:r>
              <a:rPr sz="1700" dirty="0" err="1">
                <a:latin typeface="Arial"/>
              </a:rPr>
              <a:t>wieder</a:t>
            </a:r>
            <a:r>
              <a:rPr sz="1700" dirty="0">
                <a:latin typeface="Arial"/>
              </a:rPr>
              <a:t> </a:t>
            </a:r>
            <a:r>
              <a:rPr sz="1700" dirty="0" err="1">
                <a:latin typeface="Arial"/>
              </a:rPr>
              <a:t>aktivieren</a:t>
            </a:r>
            <a:endParaRPr sz="17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   g1.engage_arms()</a:t>
            </a: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4. Tactile Pressures </a:t>
            </a:r>
            <a:r>
              <a:rPr sz="1700" dirty="0" err="1">
                <a:latin typeface="Arial"/>
              </a:rPr>
              <a:t>auslesen</a:t>
            </a:r>
            <a:endParaRPr sz="17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   g1.get_dex3_tactile_pressures("right")</a:t>
            </a: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5. Dex3 Hand </a:t>
            </a:r>
            <a:r>
              <a:rPr sz="1700" dirty="0" err="1">
                <a:latin typeface="Arial"/>
              </a:rPr>
              <a:t>öffnen</a:t>
            </a:r>
            <a:r>
              <a:rPr sz="1700" dirty="0">
                <a:latin typeface="Arial"/>
              </a:rPr>
              <a:t> und </a:t>
            </a:r>
            <a:r>
              <a:rPr sz="1700" dirty="0" err="1">
                <a:latin typeface="Arial"/>
              </a:rPr>
              <a:t>schließen</a:t>
            </a:r>
            <a:endParaRPr sz="17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   g1.open_dex3_hand("right") / g1.close_dex3_hand("right")</a:t>
            </a: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6. Finger </a:t>
            </a:r>
            <a:r>
              <a:rPr sz="1700" dirty="0" err="1">
                <a:latin typeface="Arial"/>
              </a:rPr>
              <a:t>freigeben</a:t>
            </a:r>
            <a:endParaRPr sz="17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700" dirty="0">
                <a:latin typeface="Arial"/>
              </a:rPr>
              <a:t>   g1.release_fingers("right")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D08741A7-1FA3-AADF-A493-6769B8FA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94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3400">
                <a:latin typeface="Arial"/>
              </a:rPr>
              <a:t>Teach &amp; Repeat – Beispiel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Aft>
                <a:spcPts val="300"/>
              </a:spcAft>
            </a:pPr>
            <a:r>
              <a:rPr sz="1900">
                <a:latin typeface="Arial"/>
              </a:rPr>
              <a:t>teach</a:t>
            </a:r>
          </a:p>
          <a:p>
            <a:pPr>
              <a:spcAft>
                <a:spcPts val="300"/>
              </a:spcAft>
            </a:pPr>
            <a:r>
              <a:rPr sz="1900">
                <a:latin typeface="Arial"/>
              </a:rPr>
              <a:t>1. g1.release_arms() und g1.release_fingers() ausführen</a:t>
            </a:r>
          </a:p>
          <a:p>
            <a:pPr>
              <a:spcAft>
                <a:spcPts val="300"/>
              </a:spcAft>
            </a:pPr>
            <a:r>
              <a:rPr sz="1900">
                <a:latin typeface="Arial"/>
              </a:rPr>
              <a:t>2. Arm manuell zum Objekt führen</a:t>
            </a:r>
          </a:p>
          <a:p>
            <a:pPr>
              <a:spcAft>
                <a:spcPts val="300"/>
              </a:spcAft>
            </a:pPr>
            <a:r>
              <a:rPr sz="1900">
                <a:latin typeface="Arial"/>
              </a:rPr>
              <a:t>3. Cup/Can greifen und wichtige Posen speichern</a:t>
            </a:r>
          </a:p>
          <a:p>
            <a:pPr>
              <a:spcAft>
                <a:spcPts val="300"/>
              </a:spcAft>
            </a:pPr>
            <a:endParaRPr sz="190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900">
                <a:latin typeface="Arial"/>
              </a:rPr>
              <a:t>repeat</a:t>
            </a:r>
          </a:p>
          <a:p>
            <a:pPr>
              <a:spcAft>
                <a:spcPts val="300"/>
              </a:spcAft>
            </a:pPr>
            <a:r>
              <a:rPr sz="1900">
                <a:latin typeface="Arial"/>
              </a:rPr>
              <a:t>1. g1.engage_arms() aktivieren</a:t>
            </a:r>
          </a:p>
          <a:p>
            <a:pPr>
              <a:spcAft>
                <a:spcPts val="300"/>
              </a:spcAft>
            </a:pPr>
            <a:r>
              <a:rPr sz="1900">
                <a:latin typeface="Arial"/>
              </a:rPr>
              <a:t>2. gespeicherte Gelenksequenz interpoliert abspielen</a:t>
            </a:r>
          </a:p>
          <a:p>
            <a:pPr>
              <a:spcAft>
                <a:spcPts val="300"/>
              </a:spcAft>
            </a:pPr>
            <a:r>
              <a:rPr sz="1900">
                <a:latin typeface="Arial"/>
              </a:rPr>
              <a:t>3. Objekt greifen, halten und wieder freigeben</a:t>
            </a:r>
          </a:p>
        </p:txBody>
      </p:sp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57AC959F-73A8-6ED4-DF88-061ECE2C849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E394C9-6AC7-E32C-925E-321987D0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31D8B4-24B5-DA3B-3F06-6DCAE8C4D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3AD75CAB-1B36-032E-F1F6-8151DA0412E1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 err="1">
                <a:solidFill>
                  <a:srgbClr val="FB1A62"/>
                </a:solidFill>
              </a:rPr>
              <a:t>Gelenke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9C6F11C-707F-E10E-2D7E-602A7F87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Armtätigkeit​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AE5A21-FE9F-5472-77E7-3C7ABD078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843" y="1758722"/>
            <a:ext cx="5327121" cy="471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726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9137A2-771F-E8D8-52E9-4F594785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DF17B7-6065-9F3B-33ED-72239434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AE34D163-4591-B163-6F5E-3C309F215B22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000" dirty="0">
                <a:solidFill>
                  <a:srgbClr val="FB1A62"/>
                </a:solidFill>
              </a:rPr>
              <a:t>Steuerung einzelner Finger​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D036255-0A04-D452-AA21-76ECEFEB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Festprogrammierte Greifaufgabe​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73253BB-B1F1-75F5-8067-9B187F3412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3"/>
          <a:stretch>
            <a:fillRect/>
          </a:stretch>
        </p:blipFill>
        <p:spPr bwMode="auto">
          <a:xfrm>
            <a:off x="700996" y="2244313"/>
            <a:ext cx="10790007" cy="30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A77770-07A4-DF15-4F85-6EB21D7A4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4733" y="3429000"/>
            <a:ext cx="5562987" cy="1440921"/>
          </a:xfrm>
        </p:spPr>
        <p:txBody>
          <a:bodyPr>
            <a:normAutofit/>
          </a:bodyPr>
          <a:lstStyle/>
          <a:p>
            <a:r>
              <a:rPr lang="de-DE" dirty="0"/>
              <a:t>Alternativ:</a:t>
            </a:r>
          </a:p>
          <a:p>
            <a:pPr lvl="1"/>
            <a:r>
              <a:rPr lang="de-DE" dirty="0" err="1"/>
              <a:t>Robot.hand_open</a:t>
            </a:r>
            <a:r>
              <a:rPr lang="de-DE" dirty="0"/>
              <a:t>(„</a:t>
            </a:r>
            <a:r>
              <a:rPr lang="de-DE" dirty="0" err="1"/>
              <a:t>right</a:t>
            </a:r>
            <a:r>
              <a:rPr lang="de-DE" dirty="0"/>
              <a:t>“ </a:t>
            </a:r>
            <a:r>
              <a:rPr lang="de-DE" dirty="0" err="1"/>
              <a:t>or</a:t>
            </a:r>
            <a:r>
              <a:rPr lang="de-DE" dirty="0"/>
              <a:t> „</a:t>
            </a:r>
            <a:r>
              <a:rPr lang="de-DE" dirty="0" err="1"/>
              <a:t>left</a:t>
            </a:r>
            <a:r>
              <a:rPr lang="de-DE" dirty="0"/>
              <a:t>“)</a:t>
            </a:r>
          </a:p>
          <a:p>
            <a:pPr lvl="1"/>
            <a:r>
              <a:rPr lang="de-DE" dirty="0" err="1"/>
              <a:t>Robot.hand_close</a:t>
            </a:r>
            <a:r>
              <a:rPr lang="de-DE" dirty="0"/>
              <a:t>(…)</a:t>
            </a:r>
          </a:p>
        </p:txBody>
      </p:sp>
    </p:spTree>
    <p:extLst>
      <p:ext uri="{BB962C8B-B14F-4D97-AF65-F5344CB8AC3E}">
        <p14:creationId xmlns:p14="http://schemas.microsoft.com/office/powerpoint/2010/main" val="83952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G1 3-Finger </a:t>
            </a:r>
            <a:r>
              <a:rPr dirty="0" err="1"/>
              <a:t>Greifer</a:t>
            </a:r>
            <a:r>
              <a:rPr dirty="0"/>
              <a:t> (</a:t>
            </a:r>
            <a:r>
              <a:rPr dirty="0" err="1"/>
              <a:t>Konzept</a:t>
            </a:r>
            <a:r>
              <a:rPr dirty="0"/>
              <a:t>)</a:t>
            </a:r>
            <a:br>
              <a:rPr lang="de-DE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3 Finger </a:t>
            </a:r>
            <a:r>
              <a:rPr dirty="0" err="1"/>
              <a:t>Greifer</a:t>
            </a:r>
            <a:r>
              <a:rPr dirty="0"/>
              <a:t> für stabile und adaptive </a:t>
            </a:r>
            <a:r>
              <a:rPr dirty="0" err="1"/>
              <a:t>Greifbewegungen</a:t>
            </a:r>
            <a:endParaRPr dirty="0"/>
          </a:p>
          <a:p>
            <a:r>
              <a:rPr dirty="0" err="1"/>
              <a:t>Geeignet</a:t>
            </a:r>
            <a:r>
              <a:rPr dirty="0"/>
              <a:t> für </a:t>
            </a:r>
            <a:r>
              <a:rPr dirty="0" err="1"/>
              <a:t>Werkzeuge</a:t>
            </a:r>
            <a:r>
              <a:rPr dirty="0"/>
              <a:t> und </a:t>
            </a:r>
            <a:r>
              <a:rPr dirty="0" err="1"/>
              <a:t>industrielle</a:t>
            </a:r>
            <a:r>
              <a:rPr dirty="0"/>
              <a:t> </a:t>
            </a:r>
            <a:r>
              <a:rPr dirty="0" err="1"/>
              <a:t>Objekte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F11425C-275E-F899-1F7A-2494979B52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Greifprinzip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Kraftschluss</a:t>
            </a:r>
            <a:r>
              <a:rPr dirty="0"/>
              <a:t> (Force Closure)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Formschluss</a:t>
            </a:r>
            <a:r>
              <a:rPr dirty="0"/>
              <a:t> (Shape Fit)</a:t>
            </a:r>
          </a:p>
          <a:p>
            <a:pPr marL="0" indent="0">
              <a:buNone/>
            </a:pPr>
            <a:r>
              <a:rPr dirty="0"/>
              <a:t>• Drei </a:t>
            </a:r>
            <a:r>
              <a:rPr dirty="0" err="1"/>
              <a:t>Kontaktpunkte</a:t>
            </a:r>
            <a:r>
              <a:rPr dirty="0"/>
              <a:t> für </a:t>
            </a:r>
            <a:r>
              <a:rPr dirty="0" err="1"/>
              <a:t>Stabilität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26B4469-2C1B-E441-D260-4CF905E104D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0D4B-0D2B-1E1D-C5B3-F208A26A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66" y="161745"/>
            <a:ext cx="556298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Safe Arm Pose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79429-F6D0-7493-0681-826B2CB3C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5" y="1039811"/>
            <a:ext cx="5562987" cy="428367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Empfohlene</a:t>
            </a:r>
            <a:r>
              <a:rPr lang="en-US" dirty="0"/>
              <a:t> </a:t>
            </a:r>
            <a:r>
              <a:rPr lang="en-US" dirty="0" err="1"/>
              <a:t>Abfolge</a:t>
            </a:r>
            <a:endParaRPr lang="en-US" dirty="0"/>
          </a:p>
          <a:p>
            <a:r>
              <a:rPr lang="en-US" dirty="0" err="1"/>
              <a:t>Aktuelle</a:t>
            </a:r>
            <a:r>
              <a:rPr lang="en-US" dirty="0"/>
              <a:t> </a:t>
            </a:r>
            <a:r>
              <a:rPr lang="en-US" dirty="0" err="1"/>
              <a:t>Armposition</a:t>
            </a:r>
            <a:r>
              <a:rPr lang="en-US" dirty="0"/>
              <a:t> </a:t>
            </a:r>
            <a:r>
              <a:rPr lang="en-US" dirty="0" err="1"/>
              <a:t>auslesen</a:t>
            </a:r>
            <a:endParaRPr lang="en-US" dirty="0"/>
          </a:p>
          <a:p>
            <a:r>
              <a:rPr lang="en-US" dirty="0" err="1"/>
              <a:t>Zielposition</a:t>
            </a:r>
            <a:r>
              <a:rPr lang="en-US" dirty="0"/>
              <a:t> </a:t>
            </a:r>
            <a:r>
              <a:rPr lang="en-US" dirty="0" err="1"/>
              <a:t>überprüfen</a:t>
            </a:r>
            <a:endParaRPr lang="en-US" dirty="0"/>
          </a:p>
          <a:p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Änderung</a:t>
            </a:r>
            <a:r>
              <a:rPr lang="en-US" dirty="0"/>
              <a:t> </a:t>
            </a:r>
            <a:r>
              <a:rPr lang="en-US" dirty="0" err="1"/>
              <a:t>begrenzen</a:t>
            </a:r>
            <a:endParaRPr lang="en-US" dirty="0"/>
          </a:p>
          <a:p>
            <a:r>
              <a:rPr lang="en-US" dirty="0"/>
              <a:t>Interpolation von der </a:t>
            </a:r>
            <a:r>
              <a:rPr lang="en-US" dirty="0" err="1"/>
              <a:t>aktuellen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Zielposition</a:t>
            </a:r>
            <a:endParaRPr lang="en-US" dirty="0"/>
          </a:p>
          <a:p>
            <a:r>
              <a:rPr lang="en-US" dirty="0" err="1"/>
              <a:t>Zwischenpositionen</a:t>
            </a:r>
            <a:r>
              <a:rPr lang="en-US" dirty="0"/>
              <a:t> </a:t>
            </a:r>
            <a:r>
              <a:rPr lang="en-US" dirty="0" err="1"/>
              <a:t>senden</a:t>
            </a:r>
            <a:endParaRPr lang="en-US" dirty="0"/>
          </a:p>
          <a:p>
            <a:r>
              <a:rPr lang="en-US" dirty="0" err="1"/>
              <a:t>Endgültige</a:t>
            </a:r>
            <a:r>
              <a:rPr lang="en-US" dirty="0"/>
              <a:t> </a:t>
            </a:r>
            <a:r>
              <a:rPr lang="en-US" dirty="0" err="1"/>
              <a:t>Gelenkposition</a:t>
            </a:r>
            <a:r>
              <a:rPr lang="en-US" dirty="0"/>
              <a:t> </a:t>
            </a:r>
            <a:r>
              <a:rPr lang="en-US" dirty="0" err="1"/>
              <a:t>überprüfen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1F070-75BB-0636-9BF5-7D1E4F23E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863" y="3746598"/>
            <a:ext cx="6430359" cy="108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0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crosoftTeams-video (7)">
            <a:hlinkClick r:id="" action="ppaction://media"/>
            <a:extLst>
              <a:ext uri="{FF2B5EF4-FFF2-40B4-BE49-F238E27FC236}">
                <a16:creationId xmlns:a16="http://schemas.microsoft.com/office/drawing/2014/main" id="{68A50A26-AE9B-1E5C-9CC4-3774934E75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133696" y="495878"/>
            <a:ext cx="3318827" cy="5885002"/>
          </a:xfrm>
          <a:prstGeom prst="rect">
            <a:avLst/>
          </a:prstGeom>
        </p:spPr>
      </p:pic>
      <p:pic>
        <p:nvPicPr>
          <p:cNvPr id="12" name="IMG_1447 1 (1)">
            <a:hlinkClick r:id="" action="ppaction://media"/>
            <a:extLst>
              <a:ext uri="{FF2B5EF4-FFF2-40B4-BE49-F238E27FC236}">
                <a16:creationId xmlns:a16="http://schemas.microsoft.com/office/drawing/2014/main" id="{0A1BC387-21C7-3658-7544-44AC3D3B58F7}"/>
              </a:ext>
            </a:extLst>
          </p:cNvPr>
          <p:cNvPicPr>
            <a:picLocks noGrp="1" noChangeAspect="1"/>
          </p:cNvPicPr>
          <p:nvPr>
            <p:ph idx="1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739477" y="473734"/>
            <a:ext cx="3318827" cy="5898679"/>
          </a:xfrm>
        </p:spPr>
      </p:pic>
    </p:spTree>
    <p:extLst>
      <p:ext uri="{BB962C8B-B14F-4D97-AF65-F5344CB8AC3E}">
        <p14:creationId xmlns:p14="http://schemas.microsoft.com/office/powerpoint/2010/main" val="368640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2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4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icrosoftTeams-video (11)">
            <a:hlinkClick r:id="" action="ppaction://media"/>
            <a:extLst>
              <a:ext uri="{FF2B5EF4-FFF2-40B4-BE49-F238E27FC236}">
                <a16:creationId xmlns:a16="http://schemas.microsoft.com/office/drawing/2014/main" id="{27C6AF94-6ECA-9EB6-6BED-1A1286A875A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67453" y="188912"/>
            <a:ext cx="3512080" cy="6242155"/>
          </a:xfrm>
        </p:spPr>
      </p:pic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C03B0C81-6605-CA2C-1AAC-E9FC67FC5D8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2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7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sz="3400" dirty="0">
                <a:solidFill>
                  <a:srgbClr val="FF0000"/>
                </a:solidFill>
                <a:latin typeface="Arial"/>
              </a:rPr>
              <a:t>Aufgabe 2</a:t>
            </a:r>
            <a:r>
              <a:rPr sz="3400" dirty="0">
                <a:latin typeface="Arial"/>
              </a:rPr>
              <a:t>: Teach &amp; Repeat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Use teach &amp; repeat to grab a coffee cup or soda can.</a:t>
            </a:r>
          </a:p>
          <a:p>
            <a:pPr>
              <a:spcAft>
                <a:spcPts val="300"/>
              </a:spcAft>
            </a:pP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 err="1">
                <a:latin typeface="Arial"/>
              </a:rPr>
              <a:t>Ablauf</a:t>
            </a:r>
            <a:r>
              <a:rPr sz="1800" dirty="0">
                <a:latin typeface="Arial"/>
              </a:rPr>
              <a:t>:</a:t>
            </a: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1. g1.release_arms() und g1.release_fingers()</a:t>
            </a: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2. </a:t>
            </a:r>
            <a:r>
              <a:rPr sz="1800" dirty="0" err="1">
                <a:latin typeface="Arial"/>
              </a:rPr>
              <a:t>Greifbewegung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manuell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teachen</a:t>
            </a: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3. Posen und </a:t>
            </a:r>
            <a:r>
              <a:rPr sz="1800" dirty="0" err="1">
                <a:latin typeface="Arial"/>
              </a:rPr>
              <a:t>Zeitstempel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speichern</a:t>
            </a:r>
            <a:endParaRPr sz="1800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4. g1.engage_arms()</a:t>
            </a:r>
          </a:p>
          <a:p>
            <a:pPr>
              <a:spcAft>
                <a:spcPts val="300"/>
              </a:spcAft>
            </a:pPr>
            <a:r>
              <a:rPr sz="1800" dirty="0">
                <a:latin typeface="Arial"/>
              </a:rPr>
              <a:t>5. Repeat </a:t>
            </a:r>
            <a:r>
              <a:rPr sz="1800" dirty="0" err="1">
                <a:latin typeface="Arial"/>
              </a:rPr>
              <a:t>ausführen</a:t>
            </a:r>
            <a:r>
              <a:rPr sz="1800" dirty="0">
                <a:latin typeface="Arial"/>
              </a:rPr>
              <a:t>: </a:t>
            </a:r>
            <a:r>
              <a:rPr sz="1800" dirty="0" err="1">
                <a:latin typeface="Arial"/>
              </a:rPr>
              <a:t>greifen</a:t>
            </a:r>
            <a:r>
              <a:rPr sz="1800" dirty="0">
                <a:latin typeface="Arial"/>
              </a:rPr>
              <a:t> → </a:t>
            </a:r>
            <a:r>
              <a:rPr sz="1800" dirty="0" err="1">
                <a:latin typeface="Arial"/>
              </a:rPr>
              <a:t>halten</a:t>
            </a:r>
            <a:r>
              <a:rPr sz="1800" dirty="0">
                <a:latin typeface="Arial"/>
              </a:rPr>
              <a:t> → </a:t>
            </a:r>
            <a:r>
              <a:rPr sz="1800" dirty="0" err="1">
                <a:latin typeface="Arial"/>
              </a:rPr>
              <a:t>freigeben</a:t>
            </a:r>
            <a:endParaRPr sz="1800" dirty="0">
              <a:latin typeface="Arial"/>
            </a:endParaRP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96B15C9C-F4F8-A567-4241-4014F23B023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0F82B7-9CE4-8D14-CD9C-AF4C296A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53A4-1600-33F3-A2CE-251DB216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51946"/>
            <a:ext cx="6510867" cy="878066"/>
          </a:xfrm>
        </p:spPr>
        <p:txBody>
          <a:bodyPr>
            <a:noAutofit/>
          </a:bodyPr>
          <a:lstStyle/>
          <a:p>
            <a:pPr algn="ctr"/>
            <a:r>
              <a:rPr lang="de-DE" sz="3200" dirty="0">
                <a:solidFill>
                  <a:srgbClr val="FF0000"/>
                </a:solidFill>
              </a:rPr>
              <a:t>Humanoid Implementation </a:t>
            </a:r>
            <a:r>
              <a:rPr lang="de-DE" sz="3200" dirty="0" err="1">
                <a:solidFill>
                  <a:srgbClr val="FF0000"/>
                </a:solidFill>
              </a:rPr>
              <a:t>Program</a:t>
            </a:r>
            <a:endParaRPr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9225F-82B5-6562-FBC0-D990C6AD8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DE" dirty="0"/>
          </a:p>
          <a:p>
            <a:r>
              <a:rPr lang="de-DE" dirty="0"/>
              <a:t>Alle 2 Wochen 1 Std Consulting</a:t>
            </a:r>
          </a:p>
          <a:p>
            <a:r>
              <a:rPr lang="de-DE" dirty="0"/>
              <a:t>WhatsApp Support</a:t>
            </a:r>
          </a:p>
          <a:p>
            <a:r>
              <a:rPr lang="de-DE" dirty="0"/>
              <a:t>Zugriff auf alle unsere Kurse</a:t>
            </a:r>
          </a:p>
          <a:p>
            <a:r>
              <a:rPr lang="de-DE" dirty="0"/>
              <a:t>Zugriff auf unseren </a:t>
            </a:r>
            <a:r>
              <a:rPr lang="de-DE" dirty="0" err="1"/>
              <a:t>Softwarestack</a:t>
            </a:r>
            <a:endParaRPr lang="de-DE" dirty="0"/>
          </a:p>
          <a:p>
            <a:endParaRPr lang="de-DE" dirty="0"/>
          </a:p>
          <a:p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C25FE16B-B931-4537-11C2-E727647E50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01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Greifarten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Pinch Grip (</a:t>
            </a:r>
            <a:r>
              <a:rPr dirty="0" err="1"/>
              <a:t>Präzisionsgriff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Power Grip (</a:t>
            </a:r>
            <a:r>
              <a:rPr dirty="0" err="1"/>
              <a:t>Kraftgriff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Adaptive </a:t>
            </a:r>
            <a:r>
              <a:rPr dirty="0" err="1"/>
              <a:t>Greifbewegung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EC0A432-57EA-ACA2-1504-6B3BE463D26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Steuerung des Greifers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Einzelne</a:t>
            </a:r>
            <a:r>
              <a:rPr dirty="0"/>
              <a:t> </a:t>
            </a:r>
            <a:r>
              <a:rPr dirty="0" err="1"/>
              <a:t>Fingersteuerung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Vordefinierte</a:t>
            </a:r>
            <a:r>
              <a:rPr dirty="0"/>
              <a:t> </a:t>
            </a:r>
            <a:r>
              <a:rPr dirty="0" err="1"/>
              <a:t>Greifmuster</a:t>
            </a:r>
            <a:endParaRPr dirty="0"/>
          </a:p>
          <a:p>
            <a:pPr marL="0" indent="0">
              <a:buNone/>
            </a:pPr>
            <a:r>
              <a:rPr dirty="0"/>
              <a:t>• Integration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Armbewegung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ACE5312F-E93F-815E-2257-8683835058D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5BF57-5AFF-227F-E6B8-825F9177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sz="3400">
                <a:latin typeface="Arial"/>
              </a:rPr>
              <a:t>Inverse Kinematics + ik_move_ee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AF0A49-D957-1AA5-4C99-DE41CCBE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140325" cy="2537956"/>
          </a:xfrm>
        </p:spPr>
        <p:txBody>
          <a:bodyPr wrap="square">
            <a:normAutofit fontScale="92500" lnSpcReduction="20000"/>
          </a:bodyPr>
          <a:lstStyle/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Inverse Kinematics übersetzt Endeffektor-Ziele in Gelenkbewegungen.</a:t>
            </a: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6D Pose: x, y, z + yaw, roll, pitch</a:t>
            </a: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ik_move_ee bewegt den Endeffektor schrittweise zur Zielpose.</a:t>
            </a: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Wichtig: kleine Deltas verwenden, clampen und sicher rampen.</a:t>
            </a: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Visualisierung / Tool: ik_pose_cli_v3</a:t>
            </a:r>
          </a:p>
        </p:txBody>
      </p:sp>
      <p:pic>
        <p:nvPicPr>
          <p:cNvPr id="4" name="Grafik 3" descr="What Is Inverse Kinematics? - MATLAB &amp; Simulink">
            <a:extLst>
              <a:ext uri="{FF2B5EF4-FFF2-40B4-BE49-F238E27FC236}">
                <a16:creationId xmlns:a16="http://schemas.microsoft.com/office/drawing/2014/main" id="{52736BB1-43CC-C1BF-B85C-DB71CE400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555" y="1842452"/>
            <a:ext cx="5293043" cy="2712606"/>
          </a:xfrm>
          <a:prstGeom prst="rect">
            <a:avLst/>
          </a:pr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2C69F8A-70E8-2A9E-8BA8-8368C0D1B6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275" y="61450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3672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11A0AC-CD8B-35AB-787C-258A6604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DF05-8DD8-79DA-8EC3-ABA25FED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>
                <a:solidFill>
                  <a:srgbClr val="FF0000"/>
                </a:solidFill>
              </a:rPr>
              <a:t>Machine</a:t>
            </a:r>
            <a:r>
              <a:rPr lang="de-DE" dirty="0">
                <a:solidFill>
                  <a:srgbClr val="FF0000"/>
                </a:solidFill>
              </a:rPr>
              <a:t> Learning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1D898-464C-B6B4-AC5C-311B183D4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Regression Modelle:</a:t>
            </a:r>
          </a:p>
          <a:p>
            <a:r>
              <a:rPr lang="de-DE" dirty="0"/>
              <a:t>Neuronales Netzwerk bekommt aktuelle </a:t>
            </a:r>
            <a:r>
              <a:rPr lang="de-DE" dirty="0" err="1"/>
              <a:t>Gelekpositionen</a:t>
            </a:r>
            <a:r>
              <a:rPr lang="de-DE"/>
              <a:t> als</a:t>
            </a:r>
            <a:endParaRPr lang="de-DE" dirty="0"/>
          </a:p>
          <a:p>
            <a:endParaRPr dirty="0"/>
          </a:p>
        </p:txBody>
      </p:sp>
      <p:pic>
        <p:nvPicPr>
          <p:cNvPr id="9" name="Picture Placeholder 6">
            <a:extLst>
              <a:ext uri="{FF2B5EF4-FFF2-40B4-BE49-F238E27FC236}">
                <a16:creationId xmlns:a16="http://schemas.microsoft.com/office/drawing/2014/main" id="{2F156484-F94D-FB8E-FB02-1AC334617B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78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Koordination Arm + Greifer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Arm </a:t>
            </a:r>
            <a:r>
              <a:rPr dirty="0" err="1"/>
              <a:t>bewegt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Zielposition</a:t>
            </a:r>
            <a:endParaRPr dirty="0"/>
          </a:p>
          <a:p>
            <a:r>
              <a:rPr dirty="0" err="1"/>
              <a:t>Greifer</a:t>
            </a:r>
            <a:r>
              <a:rPr dirty="0"/>
              <a:t> </a:t>
            </a:r>
            <a:r>
              <a:rPr dirty="0" err="1"/>
              <a:t>schließt</a:t>
            </a:r>
            <a:r>
              <a:rPr dirty="0"/>
              <a:t> </a:t>
            </a:r>
            <a:r>
              <a:rPr dirty="0" err="1"/>
              <a:t>sich</a:t>
            </a:r>
            <a:endParaRPr dirty="0"/>
          </a:p>
          <a:p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stabil</a:t>
            </a:r>
            <a:r>
              <a:rPr dirty="0"/>
              <a:t> </a:t>
            </a:r>
            <a:r>
              <a:rPr dirty="0" err="1"/>
              <a:t>gehalten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36B76E40-886E-597C-7874-CCCF8506DA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Aufgabe: </a:t>
            </a:r>
            <a:r>
              <a:rPr dirty="0" err="1"/>
              <a:t>Stabilität</a:t>
            </a:r>
            <a:r>
              <a:rPr dirty="0"/>
              <a:t> </a:t>
            </a:r>
            <a:r>
              <a:rPr dirty="0" err="1"/>
              <a:t>testen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greifen</a:t>
            </a:r>
            <a:endParaRPr dirty="0"/>
          </a:p>
          <a:p>
            <a:r>
              <a:rPr dirty="0" err="1"/>
              <a:t>Roboter</a:t>
            </a:r>
            <a:r>
              <a:rPr dirty="0"/>
              <a:t> </a:t>
            </a:r>
            <a:r>
              <a:rPr dirty="0" err="1"/>
              <a:t>leicht</a:t>
            </a:r>
            <a:r>
              <a:rPr dirty="0"/>
              <a:t> </a:t>
            </a:r>
            <a:r>
              <a:rPr dirty="0" err="1"/>
              <a:t>bewegen</a:t>
            </a:r>
            <a:endParaRPr dirty="0"/>
          </a:p>
          <a:p>
            <a:r>
              <a:rPr dirty="0" err="1"/>
              <a:t>Überprüfen</a:t>
            </a:r>
            <a:r>
              <a:rPr dirty="0"/>
              <a:t>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stabil</a:t>
            </a:r>
            <a:r>
              <a:rPr dirty="0"/>
              <a:t> </a:t>
            </a:r>
            <a:r>
              <a:rPr dirty="0" err="1"/>
              <a:t>bleibt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B4E7C262-E50C-8A99-0E41-141D9966F3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Low-Level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Joint </a:t>
            </a:r>
            <a:r>
              <a:rPr dirty="0" err="1"/>
              <a:t>Steuerung</a:t>
            </a:r>
            <a:endParaRPr dirty="0"/>
          </a:p>
          <a:p>
            <a:pPr marL="0" indent="0">
              <a:buNone/>
            </a:pPr>
            <a:r>
              <a:rPr dirty="0"/>
              <a:t>• Arm </a:t>
            </a:r>
            <a:r>
              <a:rPr dirty="0" err="1"/>
              <a:t>Bewegung</a:t>
            </a:r>
            <a:endParaRPr dirty="0"/>
          </a:p>
          <a:p>
            <a:pPr marL="0" indent="0">
              <a:buNone/>
            </a:pPr>
            <a:r>
              <a:rPr dirty="0"/>
              <a:t>• Hand </a:t>
            </a:r>
            <a:r>
              <a:rPr dirty="0" err="1"/>
              <a:t>Koordination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54309A5-B463-BDB2-AA1B-753EC654A4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8E2F-A55C-F0ED-C56E-45B62AD5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168"/>
            <a:ext cx="8432800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High-Level Gestures, Teach/Repeat &amp; Pose Interpolation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DF1C-6A3D-3BAF-98ED-036F6A61A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1178"/>
            <a:ext cx="7408333" cy="55406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Drei </a:t>
            </a:r>
            <a:r>
              <a:rPr lang="en-US" sz="1400" dirty="0" err="1"/>
              <a:t>Ansätze</a:t>
            </a:r>
            <a:r>
              <a:rPr lang="en-US" sz="1400" dirty="0"/>
              <a:t> für </a:t>
            </a:r>
            <a:r>
              <a:rPr lang="en-US" sz="1400" dirty="0" err="1"/>
              <a:t>Armbewegungen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Allgemeine </a:t>
            </a:r>
            <a:r>
              <a:rPr lang="en-US" sz="1400" dirty="0" err="1"/>
              <a:t>Gesten</a:t>
            </a:r>
            <a:endParaRPr lang="en-US" sz="1400" dirty="0"/>
          </a:p>
          <a:p>
            <a:r>
              <a:rPr lang="en-US" sz="1400" dirty="0" err="1"/>
              <a:t>Vordefinierte</a:t>
            </a:r>
            <a:r>
              <a:rPr lang="en-US" sz="1400" dirty="0"/>
              <a:t> </a:t>
            </a:r>
            <a:r>
              <a:rPr lang="en-US" sz="1400" dirty="0" err="1"/>
              <a:t>Roboterbewegungen</a:t>
            </a:r>
            <a:endParaRPr lang="en-US" sz="1400" dirty="0"/>
          </a:p>
          <a:p>
            <a:r>
              <a:rPr lang="en-US" sz="1400" dirty="0"/>
              <a:t>Schnell und </a:t>
            </a:r>
            <a:r>
              <a:rPr lang="en-US" sz="1400" dirty="0" err="1"/>
              <a:t>einfach</a:t>
            </a:r>
            <a:r>
              <a:rPr lang="en-US" sz="1400" dirty="0"/>
              <a:t> </a:t>
            </a:r>
            <a:r>
              <a:rPr lang="en-US" sz="1400" dirty="0" err="1"/>
              <a:t>auszuführen</a:t>
            </a:r>
            <a:endParaRPr lang="en-US" sz="1400" dirty="0"/>
          </a:p>
          <a:p>
            <a:r>
              <a:rPr lang="en-US" sz="1400" dirty="0" err="1"/>
              <a:t>Nützlich</a:t>
            </a:r>
            <a:r>
              <a:rPr lang="en-US" sz="1400" dirty="0"/>
              <a:t> für </a:t>
            </a:r>
            <a:r>
              <a:rPr lang="en-US" sz="1400" dirty="0" err="1"/>
              <a:t>Demonstrationen</a:t>
            </a:r>
            <a:r>
              <a:rPr lang="en-US" sz="1400" dirty="0"/>
              <a:t> und </a:t>
            </a:r>
            <a:r>
              <a:rPr lang="en-US" sz="1400" dirty="0" err="1"/>
              <a:t>Standardposen</a:t>
            </a:r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Teach &amp; Repeat</a:t>
            </a:r>
          </a:p>
          <a:p>
            <a:r>
              <a:rPr lang="en-US" sz="1400" dirty="0" err="1"/>
              <a:t>Manuelles</a:t>
            </a:r>
            <a:r>
              <a:rPr lang="en-US" sz="1400" dirty="0"/>
              <a:t> </a:t>
            </a:r>
            <a:r>
              <a:rPr lang="en-US" sz="1400" dirty="0" err="1"/>
              <a:t>Führen</a:t>
            </a:r>
            <a:r>
              <a:rPr lang="en-US" sz="1400" dirty="0"/>
              <a:t> des </a:t>
            </a:r>
            <a:r>
              <a:rPr lang="en-US" sz="1400" dirty="0" err="1"/>
              <a:t>Roboterarms</a:t>
            </a:r>
            <a:endParaRPr lang="en-US" sz="1400" dirty="0"/>
          </a:p>
          <a:p>
            <a:r>
              <a:rPr lang="en-US" sz="1400" dirty="0" err="1"/>
              <a:t>Aufzeichnen</a:t>
            </a:r>
            <a:r>
              <a:rPr lang="en-US" sz="1400" dirty="0"/>
              <a:t> der </a:t>
            </a:r>
            <a:r>
              <a:rPr lang="en-US" sz="1400" dirty="0" err="1"/>
              <a:t>Gelenkpositionen</a:t>
            </a:r>
            <a:endParaRPr lang="en-US" sz="1400" dirty="0"/>
          </a:p>
          <a:p>
            <a:r>
              <a:rPr lang="en-US" sz="1400" dirty="0" err="1"/>
              <a:t>Wiedergeben</a:t>
            </a:r>
            <a:r>
              <a:rPr lang="en-US" sz="1400" dirty="0"/>
              <a:t> der </a:t>
            </a:r>
            <a:r>
              <a:rPr lang="en-US" sz="1400" dirty="0" err="1"/>
              <a:t>aufgezeichneten</a:t>
            </a:r>
            <a:r>
              <a:rPr lang="en-US" sz="1400" dirty="0"/>
              <a:t> </a:t>
            </a:r>
            <a:r>
              <a:rPr lang="en-US" sz="1400" dirty="0" err="1"/>
              <a:t>Bewegungsbahn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Poseninterpolation</a:t>
            </a:r>
            <a:endParaRPr lang="en-US" sz="1400" dirty="0"/>
          </a:p>
          <a:p>
            <a:r>
              <a:rPr lang="en-US" sz="1400" dirty="0" err="1"/>
              <a:t>Definieren</a:t>
            </a:r>
            <a:r>
              <a:rPr lang="en-US" sz="1400" dirty="0"/>
              <a:t> von Start- und </a:t>
            </a:r>
            <a:r>
              <a:rPr lang="en-US" sz="1400" dirty="0" err="1"/>
              <a:t>Zielpositionen</a:t>
            </a:r>
            <a:r>
              <a:rPr lang="en-US" sz="1400" dirty="0"/>
              <a:t> der </a:t>
            </a:r>
            <a:r>
              <a:rPr lang="en-US" sz="1400" dirty="0" err="1"/>
              <a:t>Gelenke</a:t>
            </a:r>
            <a:endParaRPr lang="en-US" sz="1400" dirty="0"/>
          </a:p>
          <a:p>
            <a:r>
              <a:rPr lang="en-US" sz="1400" dirty="0" err="1"/>
              <a:t>Flüssige</a:t>
            </a:r>
            <a:r>
              <a:rPr lang="en-US" sz="1400" dirty="0"/>
              <a:t> Interpolation </a:t>
            </a:r>
            <a:r>
              <a:rPr lang="en-US" sz="1400" dirty="0" err="1"/>
              <a:t>zwischen</a:t>
            </a:r>
            <a:r>
              <a:rPr lang="en-US" sz="1400" dirty="0"/>
              <a:t> </a:t>
            </a:r>
            <a:r>
              <a:rPr lang="en-US" sz="1400" dirty="0" err="1"/>
              <a:t>diesen</a:t>
            </a:r>
            <a:r>
              <a:rPr lang="en-US" sz="1400" dirty="0"/>
              <a:t> </a:t>
            </a:r>
            <a:r>
              <a:rPr lang="en-US" sz="1400" dirty="0" err="1"/>
              <a:t>Positionen</a:t>
            </a:r>
            <a:endParaRPr lang="en-US" sz="1400" dirty="0"/>
          </a:p>
          <a:p>
            <a:r>
              <a:rPr lang="en-US" sz="1400" dirty="0" err="1"/>
              <a:t>Ermöglicht</a:t>
            </a:r>
            <a:r>
              <a:rPr lang="en-US" sz="1400" dirty="0"/>
              <a:t> </a:t>
            </a:r>
            <a:r>
              <a:rPr lang="en-US" sz="1400" dirty="0" err="1"/>
              <a:t>kontrollierte</a:t>
            </a:r>
            <a:r>
              <a:rPr lang="en-US" sz="1400" dirty="0"/>
              <a:t> und </a:t>
            </a:r>
            <a:r>
              <a:rPr lang="en-US" sz="1400" dirty="0" err="1"/>
              <a:t>wiederholbare</a:t>
            </a:r>
            <a:r>
              <a:rPr lang="en-US" sz="1400" dirty="0"/>
              <a:t> </a:t>
            </a:r>
            <a:r>
              <a:rPr lang="en-US" sz="1400" dirty="0" err="1"/>
              <a:t>Armbewegungen</a:t>
            </a:r>
            <a:endParaRPr lang="en-US" sz="1400" dirty="0"/>
          </a:p>
          <a:p>
            <a:r>
              <a:rPr lang="en-US" sz="1400" dirty="0"/>
              <a:t>Ziel: </a:t>
            </a:r>
            <a:r>
              <a:rPr lang="en-US" sz="1400" dirty="0" err="1"/>
              <a:t>Wählen</a:t>
            </a:r>
            <a:r>
              <a:rPr lang="en-US" sz="1400" dirty="0"/>
              <a:t> Sie je </a:t>
            </a:r>
            <a:r>
              <a:rPr lang="en-US" sz="1400" dirty="0" err="1"/>
              <a:t>nach</a:t>
            </a:r>
            <a:r>
              <a:rPr lang="en-US" sz="1400" dirty="0"/>
              <a:t> </a:t>
            </a:r>
            <a:r>
              <a:rPr lang="en-US" sz="1400" dirty="0" err="1"/>
              <a:t>Anwendung</a:t>
            </a:r>
            <a:r>
              <a:rPr lang="en-US" sz="1400" dirty="0"/>
              <a:t> die </a:t>
            </a:r>
            <a:r>
              <a:rPr lang="en-US" sz="1400" dirty="0" err="1"/>
              <a:t>richtige</a:t>
            </a:r>
            <a:r>
              <a:rPr lang="en-US" sz="1400" dirty="0"/>
              <a:t> </a:t>
            </a:r>
            <a:r>
              <a:rPr lang="en-US" sz="1400" dirty="0" err="1"/>
              <a:t>Steuerungsmethode</a:t>
            </a:r>
            <a:r>
              <a:rPr lang="en-US" sz="1400" dirty="0"/>
              <a:t> </a:t>
            </a:r>
            <a:r>
              <a:rPr lang="en-US" sz="1400" dirty="0" err="1"/>
              <a:t>aus.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282AEA9-9FE2-8CC1-FA73-92B66973E0E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051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4529-3FC5-87D0-818A-F5EB80F1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40118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One Arm Control Path – Never Both at Once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7DE8-49E3-DF80-FDCC-E2337036E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70436"/>
            <a:ext cx="6582032" cy="51875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G1 arm should have </a:t>
            </a:r>
            <a:r>
              <a:rPr lang="en-US" b="1" dirty="0"/>
              <a:t>one active command source at a time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High-Level Control</a:t>
            </a:r>
          </a:p>
          <a:p>
            <a:pPr marL="0" indent="0">
              <a:buNone/>
            </a:pPr>
            <a:r>
              <a:rPr lang="en-US" dirty="0"/>
              <a:t>           ↓</a:t>
            </a:r>
          </a:p>
          <a:p>
            <a:pPr marL="0" indent="0">
              <a:buNone/>
            </a:pPr>
            <a:r>
              <a:rPr lang="en-US" dirty="0"/>
              <a:t>     Arm SDK</a:t>
            </a:r>
          </a:p>
          <a:p>
            <a:pPr marL="0" indent="0">
              <a:buNone/>
            </a:pPr>
            <a:r>
              <a:rPr lang="en-US" dirty="0"/>
              <a:t>           ↓</a:t>
            </a:r>
          </a:p>
          <a:p>
            <a:pPr marL="0" indent="0">
              <a:buNone/>
            </a:pPr>
            <a:r>
              <a:rPr lang="en-US" dirty="0"/>
              <a:t>      Motors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Low-Level Control</a:t>
            </a:r>
          </a:p>
          <a:p>
            <a:pPr marL="0" indent="0">
              <a:buNone/>
            </a:pPr>
            <a:r>
              <a:rPr lang="en-US" dirty="0"/>
              <a:t>           ↓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LowCmd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↓</a:t>
            </a:r>
          </a:p>
          <a:p>
            <a:pPr marL="0" indent="0">
              <a:buNone/>
            </a:pPr>
            <a:r>
              <a:rPr lang="en-US" dirty="0"/>
              <a:t>      Motors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5C48CD3-CA99-BF75-553B-CFB5E0312E7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486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9CD3-535C-CD48-B04B-0FE59B7B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000"/>
              <a:t>Arm SDK vs. LowCmd / dev_mode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0D1F1-7B63-7A62-1F06-F0522C00E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4" y="1754645"/>
            <a:ext cx="5562987" cy="4283678"/>
          </a:xfrm>
        </p:spPr>
        <p:txBody>
          <a:bodyPr wrap="square">
            <a:noAutofit/>
          </a:bodyPr>
          <a:lstStyle/>
          <a:p>
            <a:r>
              <a:rPr sz="2400"/>
              <a:t>Arm SDK</a:t>
            </a:r>
          </a:p>
          <a:p>
            <a:r>
              <a:rPr sz="2400"/>
              <a:t>High-Level Armsteuerung mit interner Sicherheitslogik</a:t>
            </a:r>
          </a:p>
          <a:p>
            <a:r>
              <a:rPr sz="2400"/>
              <a:t>Geeignet für Gesten, Standardposen und Teach/Repeat</a:t>
            </a:r>
          </a:p>
          <a:p>
            <a:endParaRPr sz="2400"/>
          </a:p>
          <a:p>
            <a:r>
              <a:rPr sz="2400"/>
              <a:t>LowCmd / dev_mode</a:t>
            </a:r>
          </a:p>
          <a:p>
            <a:r>
              <a:rPr sz="2400"/>
              <a:t>Direkte Low-Level Gelenkkommandos</a:t>
            </a:r>
          </a:p>
          <a:p>
            <a:r>
              <a:rPr sz="2400"/>
              <a:t>q, dq, Kp, Kd und τ werden explizit gesetzt</a:t>
            </a:r>
          </a:p>
          <a:p>
            <a:r>
              <a:rPr sz="2400"/>
              <a:t>Nur mit Clamp, Interpolation und Sicherheitsrampe verwenden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43374-1494-4786-623A-F65ED0B80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1" y="1454863"/>
            <a:ext cx="6417733" cy="211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64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C3E8-B707-75E9-4740-0AE9A8410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40118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Low-Level Joint Control + Live Visualizer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400C5-19EE-D0A3-6404-182AEE95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3429"/>
            <a:ext cx="5562987" cy="4283678"/>
          </a:xfrm>
        </p:spPr>
        <p:txBody>
          <a:bodyPr/>
          <a:lstStyle/>
          <a:p>
            <a:r>
              <a:rPr lang="en-US" b="1" dirty="0"/>
              <a:t>Goal</a:t>
            </a:r>
          </a:p>
          <a:p>
            <a:r>
              <a:rPr lang="en-US" dirty="0"/>
              <a:t>Control individual G1 joints directly and simultaneously observe their state.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639FD-7CC3-4DA8-6F46-4F22C0C7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62" y="3727279"/>
            <a:ext cx="6118949" cy="2562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5B553D-4DDD-880D-A309-F5DDC743F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987" y="1002487"/>
            <a:ext cx="6456214" cy="256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342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AF84E-E6E9-8BB8-FF3B-C339000D0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1946"/>
            <a:ext cx="8593667" cy="878066"/>
          </a:xfrm>
        </p:spPr>
        <p:txBody>
          <a:bodyPr>
            <a:normAutofit/>
          </a:bodyPr>
          <a:lstStyle/>
          <a:p>
            <a:r>
              <a:rPr lang="en-US" dirty="0"/>
              <a:t>G1 – 29 Joint Index / Gain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CF7BC-E672-1B04-AA60-AFD50B54B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82792"/>
            <a:ext cx="6532605" cy="517520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Bei der Low-Level-</a:t>
            </a:r>
            <a:r>
              <a:rPr lang="en-US" dirty="0" err="1"/>
              <a:t>Steuerung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jedes</a:t>
            </a:r>
            <a:r>
              <a:rPr lang="en-US" dirty="0"/>
              <a:t> </a:t>
            </a:r>
            <a:r>
              <a:rPr lang="en-US" dirty="0" err="1"/>
              <a:t>Gelenk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seinen </a:t>
            </a:r>
            <a:r>
              <a:rPr lang="en-US" dirty="0" err="1"/>
              <a:t>Gelenkindex</a:t>
            </a:r>
            <a:r>
              <a:rPr lang="en-US" dirty="0"/>
              <a:t> </a:t>
            </a:r>
            <a:r>
              <a:rPr lang="en-US" dirty="0" err="1"/>
              <a:t>angesprochen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Die </a:t>
            </a:r>
            <a:r>
              <a:rPr lang="en-US" dirty="0" err="1"/>
              <a:t>Konfiguration</a:t>
            </a:r>
            <a:r>
              <a:rPr lang="en-US" dirty="0"/>
              <a:t> </a:t>
            </a:r>
            <a:r>
              <a:rPr lang="en-US" dirty="0" err="1"/>
              <a:t>sollte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Tabelle</a:t>
            </a:r>
            <a:r>
              <a:rPr lang="en-US" dirty="0"/>
              <a:t> </a:t>
            </a:r>
            <a:r>
              <a:rPr lang="en-US" dirty="0" err="1"/>
              <a:t>enthalten</a:t>
            </a:r>
            <a:r>
              <a:rPr lang="en-US" dirty="0"/>
              <a:t>, die </a:t>
            </a:r>
            <a:r>
              <a:rPr lang="en-US" dirty="0" err="1"/>
              <a:t>folgende</a:t>
            </a:r>
            <a:r>
              <a:rPr lang="en-US" dirty="0"/>
              <a:t> </a:t>
            </a:r>
            <a:r>
              <a:rPr lang="en-US" dirty="0" err="1"/>
              <a:t>Angaben</a:t>
            </a:r>
            <a:r>
              <a:rPr lang="en-US" dirty="0"/>
              <a:t> </a:t>
            </a:r>
            <a:r>
              <a:rPr lang="en-US" dirty="0" err="1"/>
              <a:t>umfasst</a:t>
            </a:r>
            <a:r>
              <a:rPr lang="en-US" dirty="0"/>
              <a:t>:</a:t>
            </a:r>
          </a:p>
          <a:p>
            <a:r>
              <a:rPr lang="en-US" dirty="0" err="1"/>
              <a:t>Gelenkname</a:t>
            </a:r>
            <a:endParaRPr lang="en-US" dirty="0"/>
          </a:p>
          <a:p>
            <a:r>
              <a:rPr lang="en-US" dirty="0" err="1"/>
              <a:t>Gelenkindex</a:t>
            </a:r>
            <a:endParaRPr lang="en-US" dirty="0"/>
          </a:p>
          <a:p>
            <a:r>
              <a:rPr lang="en-US" dirty="0" err="1"/>
              <a:t>Kp</a:t>
            </a:r>
            <a:endParaRPr lang="en-US" dirty="0"/>
          </a:p>
          <a:p>
            <a:r>
              <a:rPr lang="en-US" dirty="0" err="1"/>
              <a:t>Kd</a:t>
            </a:r>
            <a:endParaRPr lang="en-US" dirty="0"/>
          </a:p>
          <a:p>
            <a:r>
              <a:rPr lang="en-US" dirty="0" err="1"/>
              <a:t>Minimalposition</a:t>
            </a:r>
            <a:endParaRPr lang="en-US" dirty="0"/>
          </a:p>
          <a:p>
            <a:r>
              <a:rPr lang="en-US" dirty="0" err="1"/>
              <a:t>Maximalposition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67B04-51D3-55CE-EB41-370D481B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888" y="3813426"/>
            <a:ext cx="6532605" cy="259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89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2AB7-0DE6-B957-50E1-2C9827ED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7806267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LowCmdPublisher</a:t>
            </a:r>
            <a:r>
              <a:rPr lang="en-US" dirty="0"/>
              <a:t> + </a:t>
            </a:r>
            <a:r>
              <a:rPr lang="en-US" dirty="0" err="1"/>
              <a:t>move_R_joint</a:t>
            </a:r>
            <a:r>
              <a:rPr lang="en-US" dirty="0"/>
              <a:t> + Live Visualizer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4AF88-B618-8766-13F0-BF49BEB20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80501"/>
            <a:ext cx="6458465" cy="4891002"/>
          </a:xfrm>
        </p:spPr>
        <p:txBody>
          <a:bodyPr>
            <a:normAutofit fontScale="47500" lnSpcReduction="20000"/>
          </a:bodyPr>
          <a:lstStyle/>
          <a:p>
            <a:r>
              <a:rPr lang="en-US" dirty="0" err="1"/>
              <a:t>LowCmdPublisher</a:t>
            </a:r>
            <a:r>
              <a:rPr lang="en-US" dirty="0"/>
              <a:t> + </a:t>
            </a:r>
            <a:r>
              <a:rPr lang="en-US" dirty="0" err="1"/>
              <a:t>move_R_joint</a:t>
            </a:r>
            <a:r>
              <a:rPr lang="en-US" dirty="0"/>
              <a:t> + Live Visualizer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 err="1"/>
              <a:t>Erstellen</a:t>
            </a:r>
            <a:r>
              <a:rPr lang="en-US" dirty="0"/>
              <a:t> Sie </a:t>
            </a:r>
            <a:r>
              <a:rPr lang="en-US" dirty="0" err="1"/>
              <a:t>drei</a:t>
            </a:r>
            <a:r>
              <a:rPr lang="en-US" dirty="0"/>
              <a:t> </a:t>
            </a:r>
            <a:r>
              <a:rPr lang="en-US" dirty="0" err="1"/>
              <a:t>Komponenten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LowCmdPublisher</a:t>
            </a:r>
            <a:endParaRPr lang="en-US" dirty="0"/>
          </a:p>
          <a:p>
            <a:r>
              <a:rPr lang="en-US" dirty="0" err="1"/>
              <a:t>Veröffentlicht</a:t>
            </a:r>
            <a:r>
              <a:rPr lang="en-US" dirty="0"/>
              <a:t> Low-Level-</a:t>
            </a:r>
            <a:r>
              <a:rPr lang="en-US" dirty="0" err="1"/>
              <a:t>Befehle</a:t>
            </a:r>
            <a:r>
              <a:rPr lang="en-US" dirty="0"/>
              <a:t> an den </a:t>
            </a:r>
            <a:r>
              <a:rPr lang="en-US" dirty="0" err="1"/>
              <a:t>Roboter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move_R_joint</a:t>
            </a:r>
            <a:r>
              <a:rPr lang="en-US" dirty="0"/>
              <a:t>()</a:t>
            </a:r>
          </a:p>
          <a:p>
            <a:r>
              <a:rPr lang="en-US" dirty="0" err="1"/>
              <a:t>Bewegt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ausgewähltes</a:t>
            </a:r>
            <a:r>
              <a:rPr lang="en-US" dirty="0"/>
              <a:t> </a:t>
            </a:r>
            <a:r>
              <a:rPr lang="en-US" dirty="0" err="1"/>
              <a:t>Gelenk</a:t>
            </a:r>
            <a:r>
              <a:rPr lang="en-US" dirty="0"/>
              <a:t> des </a:t>
            </a:r>
            <a:r>
              <a:rPr lang="en-US" dirty="0" err="1"/>
              <a:t>rechten</a:t>
            </a:r>
            <a:r>
              <a:rPr lang="en-US" dirty="0"/>
              <a:t> Arms </a:t>
            </a:r>
            <a:r>
              <a:rPr lang="en-US" dirty="0" err="1"/>
              <a:t>sicher</a:t>
            </a:r>
            <a:r>
              <a:rPr lang="en-US" dirty="0"/>
              <a:t> in </a:t>
            </a:r>
            <a:r>
              <a:rPr lang="en-US" dirty="0" err="1"/>
              <a:t>Richtung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Zielposition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3. Live Visualizer</a:t>
            </a:r>
          </a:p>
          <a:p>
            <a:r>
              <a:rPr lang="en-US" dirty="0"/>
              <a:t>q</a:t>
            </a:r>
          </a:p>
          <a:p>
            <a:r>
              <a:rPr lang="en-US" dirty="0" err="1"/>
              <a:t>dq</a:t>
            </a:r>
            <a:endParaRPr lang="en-US" dirty="0"/>
          </a:p>
          <a:p>
            <a:r>
              <a:rPr lang="en-US" dirty="0"/>
              <a:t>tau</a:t>
            </a:r>
          </a:p>
          <a:p>
            <a:r>
              <a:rPr lang="en-US" dirty="0"/>
              <a:t>Ziel q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7B2CD19-C215-0EA0-5886-41F722D599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901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7122-F458-6036-72F8-A7E74F99F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200"/>
              <a:t>Safe Low-Level Move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2A617-056B-EC99-3841-D4D23C052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000"/>
              <a:t>def safe_move_ll_joint(joint, delta):</a:t>
            </a:r>
          </a:p>
          <a:p>
            <a:r>
              <a:rPr sz="2000"/>
              <a:t>    current = g1.read_joint_position(joint)</a:t>
            </a:r>
          </a:p>
          <a:p>
            <a:r>
              <a:rPr sz="2000"/>
              <a:t>    target = clamp(current + delta, joint_min, joint_max)</a:t>
            </a:r>
          </a:p>
          <a:p>
            <a:endParaRPr sz="2000"/>
          </a:p>
          <a:p>
            <a:r>
              <a:rPr sz="2000"/>
              <a:t>    for q in ramp(current, target, step=0.01):</a:t>
            </a:r>
          </a:p>
          <a:p>
            <a:r>
              <a:rPr sz="2000"/>
              <a:t>        g1.move_ll_joint(joint, q)</a:t>
            </a:r>
          </a:p>
          <a:p>
            <a:endParaRPr sz="2000"/>
          </a:p>
          <a:p>
            <a:r>
              <a:rPr sz="2000"/>
              <a:t>Task example:</a:t>
            </a:r>
          </a:p>
          <a:p>
            <a:r>
              <a:rPr sz="2000"/>
              <a:t>safe_move_ll_joint("right_shoulder_roll", 0.3)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4238439F-A498-E138-3465-46A16952DCB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60412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978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FA74-9769-E772-EAB7-F8A4438C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40118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Dex3 – Dual Gripper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7115C-5F35-D917-DEEC-DEC456374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70436"/>
            <a:ext cx="5562987" cy="4283678"/>
          </a:xfrm>
        </p:spPr>
        <p:txBody>
          <a:bodyPr/>
          <a:lstStyle/>
          <a:p>
            <a:r>
              <a:rPr lang="en-US" b="1" dirty="0"/>
              <a:t>Goal</a:t>
            </a:r>
          </a:p>
          <a:p>
            <a:r>
              <a:rPr lang="en-US" dirty="0"/>
              <a:t>Create basic control functions for both Dex3 hands.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D0817-3E00-4BB3-3659-4EE1F517A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311" y="779768"/>
            <a:ext cx="6284289" cy="502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211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807E-16D4-04D9-1436-C05165EA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40118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Dex3 </a:t>
            </a:r>
            <a:r>
              <a:rPr lang="en-US" dirty="0" err="1"/>
              <a:t>HandCmd</a:t>
            </a:r>
            <a:r>
              <a:rPr lang="en-US" dirty="0"/>
              <a:t> Message and Joint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3A13-C7D3-74E0-9A5F-1B820F567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70435"/>
            <a:ext cx="9016314" cy="4891003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Die Dex3-Steuerung </a:t>
            </a:r>
            <a:r>
              <a:rPr lang="en-US" dirty="0" err="1"/>
              <a:t>erfordert</a:t>
            </a:r>
            <a:r>
              <a:rPr lang="en-US" dirty="0"/>
              <a:t> </a:t>
            </a:r>
            <a:r>
              <a:rPr lang="en-US" dirty="0" err="1"/>
              <a:t>Befehle</a:t>
            </a:r>
            <a:r>
              <a:rPr lang="en-US" dirty="0"/>
              <a:t> für </a:t>
            </a:r>
            <a:r>
              <a:rPr lang="en-US" dirty="0" err="1"/>
              <a:t>einzelne</a:t>
            </a:r>
            <a:r>
              <a:rPr lang="en-US" dirty="0"/>
              <a:t> </a:t>
            </a:r>
            <a:r>
              <a:rPr lang="en-US" dirty="0" err="1"/>
              <a:t>Handgelenke</a:t>
            </a:r>
            <a:r>
              <a:rPr lang="en-US" dirty="0"/>
              <a:t>.</a:t>
            </a:r>
          </a:p>
          <a:p>
            <a:r>
              <a:rPr lang="en-US" dirty="0"/>
              <a:t>Ein </a:t>
            </a:r>
            <a:r>
              <a:rPr lang="en-US" dirty="0" err="1"/>
              <a:t>Handbefehl</a:t>
            </a:r>
            <a:r>
              <a:rPr lang="en-US" dirty="0"/>
              <a:t> </a:t>
            </a:r>
            <a:r>
              <a:rPr lang="en-US" dirty="0" err="1"/>
              <a:t>sollte</a:t>
            </a:r>
            <a:r>
              <a:rPr lang="en-US" dirty="0"/>
              <a:t> die </a:t>
            </a:r>
            <a:r>
              <a:rPr lang="en-US" dirty="0" err="1"/>
              <a:t>erforderlichen</a:t>
            </a:r>
            <a:r>
              <a:rPr lang="en-US" dirty="0"/>
              <a:t> </a:t>
            </a:r>
            <a:r>
              <a:rPr lang="en-US" dirty="0" err="1"/>
              <a:t>Gelenkzielwerte</a:t>
            </a:r>
            <a:r>
              <a:rPr lang="en-US" dirty="0"/>
              <a:t> und </a:t>
            </a:r>
            <a:r>
              <a:rPr lang="en-US" dirty="0" err="1"/>
              <a:t>Steuerparameter</a:t>
            </a:r>
            <a:r>
              <a:rPr lang="en-US" dirty="0"/>
              <a:t> </a:t>
            </a:r>
            <a:r>
              <a:rPr lang="en-US" dirty="0" err="1"/>
              <a:t>enthalten</a:t>
            </a:r>
            <a:r>
              <a:rPr lang="en-US" dirty="0"/>
              <a:t>.</a:t>
            </a:r>
          </a:p>
          <a:p>
            <a:r>
              <a:rPr lang="en-US" dirty="0" err="1"/>
              <a:t>Konzeptionell</a:t>
            </a:r>
            <a:r>
              <a:rPr lang="en-US" dirty="0"/>
              <a:t>:</a:t>
            </a:r>
          </a:p>
          <a:p>
            <a:r>
              <a:rPr lang="en-US" dirty="0" err="1"/>
              <a:t>HandCmd</a:t>
            </a:r>
            <a:endParaRPr lang="en-US" dirty="0"/>
          </a:p>
          <a:p>
            <a:r>
              <a:rPr lang="en-US" dirty="0"/>
              <a:t>├── </a:t>
            </a:r>
            <a:r>
              <a:rPr lang="en-US" dirty="0" err="1"/>
              <a:t>Gelenk</a:t>
            </a:r>
            <a:r>
              <a:rPr lang="en-US" dirty="0"/>
              <a:t> 1</a:t>
            </a:r>
          </a:p>
          <a:p>
            <a:r>
              <a:rPr lang="en-US" dirty="0"/>
              <a:t>├── </a:t>
            </a:r>
            <a:r>
              <a:rPr lang="en-US" dirty="0" err="1"/>
              <a:t>Gelenk</a:t>
            </a:r>
            <a:r>
              <a:rPr lang="en-US" dirty="0"/>
              <a:t> 2</a:t>
            </a:r>
          </a:p>
          <a:p>
            <a:r>
              <a:rPr lang="en-US" dirty="0"/>
              <a:t>├── </a:t>
            </a:r>
            <a:r>
              <a:rPr lang="en-US" dirty="0" err="1"/>
              <a:t>Gelenk</a:t>
            </a:r>
            <a:r>
              <a:rPr lang="en-US" dirty="0"/>
              <a:t> 3</a:t>
            </a:r>
          </a:p>
          <a:p>
            <a:r>
              <a:rPr lang="en-US" dirty="0"/>
              <a:t>├── ...</a:t>
            </a:r>
          </a:p>
          <a:p>
            <a:r>
              <a:rPr lang="en-US" dirty="0"/>
              <a:t>└── </a:t>
            </a:r>
            <a:r>
              <a:rPr lang="en-US" dirty="0" err="1"/>
              <a:t>Gelenk</a:t>
            </a:r>
            <a:r>
              <a:rPr lang="en-US" dirty="0"/>
              <a:t> 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 err="1"/>
              <a:t>Wichtig</a:t>
            </a:r>
            <a:endParaRPr lang="en-US" dirty="0"/>
          </a:p>
          <a:p>
            <a:r>
              <a:rPr lang="en-US" dirty="0" err="1"/>
              <a:t>Jedes</a:t>
            </a:r>
            <a:r>
              <a:rPr lang="en-US" dirty="0"/>
              <a:t> </a:t>
            </a:r>
            <a:r>
              <a:rPr lang="en-US" dirty="0" err="1"/>
              <a:t>Fingergelenk</a:t>
            </a:r>
            <a:r>
              <a:rPr lang="en-US" dirty="0"/>
              <a:t> hat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gültigen</a:t>
            </a:r>
            <a:r>
              <a:rPr lang="en-US" dirty="0"/>
              <a:t> </a:t>
            </a:r>
            <a:r>
              <a:rPr lang="en-US" dirty="0" err="1"/>
              <a:t>Bewegungsbereich</a:t>
            </a:r>
            <a:r>
              <a:rPr lang="en-US" dirty="0"/>
              <a:t>.</a:t>
            </a:r>
          </a:p>
          <a:p>
            <a:r>
              <a:rPr lang="en-US" dirty="0"/>
              <a:t>Vor der </a:t>
            </a:r>
            <a:r>
              <a:rPr lang="en-US" dirty="0" err="1"/>
              <a:t>Veröffentlichung</a:t>
            </a:r>
            <a:r>
              <a:rPr lang="en-US" dirty="0"/>
              <a:t>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target = clamp(</a:t>
            </a:r>
          </a:p>
          <a:p>
            <a:r>
              <a:rPr lang="en-US" dirty="0"/>
              <a:t>target,</a:t>
            </a:r>
          </a:p>
          <a:p>
            <a:r>
              <a:rPr lang="en-US" dirty="0" err="1"/>
              <a:t>joint_min</a:t>
            </a:r>
            <a:r>
              <a:rPr lang="en-US" dirty="0"/>
              <a:t>,</a:t>
            </a:r>
          </a:p>
          <a:p>
            <a:r>
              <a:rPr lang="en-US" dirty="0" err="1"/>
              <a:t>joint_max</a:t>
            </a:r>
            <a:endParaRPr lang="en-US" dirty="0"/>
          </a:p>
          <a:p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190DE5C-3240-4D8D-921B-291355CD56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70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2611-5E38-9177-DA22-46A273AF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401187" cy="878066"/>
          </a:xfrm>
        </p:spPr>
        <p:txBody>
          <a:bodyPr>
            <a:normAutofit fontScale="90000"/>
          </a:bodyPr>
          <a:lstStyle/>
          <a:p>
            <a:r>
              <a:rPr lang="en-US"/>
              <a:t>Calibrate the Threshold – Don't Copy 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A843-06B8-80C8-331D-61D54719D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19861"/>
            <a:ext cx="6401187" cy="4965143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Eine Greifschwelle sollte nicht einfach von einem anderen Roboter oder einer anderen Hand kopiert werden.</a:t>
            </a:r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r>
              <a:rPr lang="en-US"/>
              <a:t>Mechanische Unterschiede können</a:t>
            </a:r>
          </a:p>
          <a:p>
            <a:r>
              <a:rPr lang="en-US"/>
              <a:t>folgende Ursachen haben: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Einbau der Hand</a:t>
            </a:r>
          </a:p>
          <a:p>
            <a:r>
              <a:rPr lang="en-US"/>
              <a:t>Ausrichtung der Finger</a:t>
            </a:r>
          </a:p>
          <a:p>
            <a:r>
              <a:rPr lang="en-US"/>
              <a:t>Geometrie des Objekts</a:t>
            </a:r>
          </a:p>
          <a:p>
            <a:r>
              <a:rPr lang="en-US"/>
              <a:t>Sensortoleranz</a:t>
            </a:r>
          </a:p>
          <a:p>
            <a:r>
              <a:rPr lang="en-US"/>
              <a:t>Mechanischer Verschleiß</a:t>
            </a:r>
          </a:p>
          <a:p>
            <a:r>
              <a:rPr lang="en-US"/>
              <a:t>Unterschiedliche Handmodule</a:t>
            </a:r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B2D7A6-6813-A703-5AFC-9837BC1BE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73" y="1855470"/>
            <a:ext cx="5994400" cy="314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697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FFBDB-4533-5F83-21F4-3DFC75A54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95179"/>
            <a:ext cx="5562987" cy="4283678"/>
          </a:xfrm>
        </p:spPr>
        <p:txBody>
          <a:bodyPr>
            <a:noAutofit/>
          </a:bodyPr>
          <a:lstStyle/>
          <a:p>
            <a:r>
              <a:rPr lang="en-US" sz="2000" dirty="0" err="1"/>
              <a:t>Ausgangsposition</a:t>
            </a:r>
            <a:r>
              <a:rPr lang="en-US" sz="2000" dirty="0"/>
              <a:t> → </a:t>
            </a:r>
            <a:r>
              <a:rPr lang="en-US" sz="2000" dirty="0" err="1"/>
              <a:t>Allmähliches</a:t>
            </a:r>
            <a:r>
              <a:rPr lang="en-US" sz="2000" dirty="0"/>
              <a:t> </a:t>
            </a:r>
            <a:r>
              <a:rPr lang="en-US" sz="2000" dirty="0" err="1"/>
              <a:t>Schließen</a:t>
            </a:r>
            <a:r>
              <a:rPr lang="en-US" sz="2000" dirty="0"/>
              <a:t> → </a:t>
            </a:r>
            <a:r>
              <a:rPr lang="en-US" sz="2000" dirty="0" err="1"/>
              <a:t>Allmähliches</a:t>
            </a:r>
            <a:r>
              <a:rPr lang="en-US" sz="2000" dirty="0"/>
              <a:t> </a:t>
            </a:r>
            <a:r>
              <a:rPr lang="en-US" sz="2000" dirty="0" err="1"/>
              <a:t>Öffnen</a:t>
            </a:r>
            <a:endParaRPr lang="en-US" sz="2000" dirty="0"/>
          </a:p>
          <a:p>
            <a:r>
              <a:rPr lang="en-US" sz="2000" dirty="0"/>
              <a:t>Ein </a:t>
            </a:r>
            <a:r>
              <a:rPr lang="en-US" sz="2000" dirty="0" err="1"/>
              <a:t>sicherer</a:t>
            </a:r>
            <a:r>
              <a:rPr lang="en-US" sz="2000" dirty="0"/>
              <a:t> </a:t>
            </a:r>
            <a:r>
              <a:rPr lang="en-US" sz="2000" dirty="0" err="1"/>
              <a:t>Greifvorgang</a:t>
            </a:r>
            <a:r>
              <a:rPr lang="en-US" sz="2000" dirty="0"/>
              <a:t> </a:t>
            </a:r>
            <a:r>
              <a:rPr lang="en-US" sz="2000" dirty="0" err="1"/>
              <a:t>sollte</a:t>
            </a:r>
            <a:r>
              <a:rPr lang="en-US" sz="2000" dirty="0"/>
              <a:t> </a:t>
            </a:r>
            <a:r>
              <a:rPr lang="en-US" sz="2000" dirty="0" err="1"/>
              <a:t>kontrollierte</a:t>
            </a:r>
            <a:r>
              <a:rPr lang="en-US" sz="2000" dirty="0"/>
              <a:t>, </a:t>
            </a:r>
            <a:r>
              <a:rPr lang="en-US" sz="2000" dirty="0" err="1"/>
              <a:t>schrittweise</a:t>
            </a:r>
            <a:r>
              <a:rPr lang="en-US" sz="2000" dirty="0"/>
              <a:t> </a:t>
            </a:r>
            <a:r>
              <a:rPr lang="en-US" sz="2000" dirty="0" err="1"/>
              <a:t>Bewegungen</a:t>
            </a:r>
            <a:r>
              <a:rPr lang="en-US" sz="2000" dirty="0"/>
              <a:t> </a:t>
            </a:r>
            <a:r>
              <a:rPr lang="en-US" sz="2000" dirty="0" err="1"/>
              <a:t>beinhalten</a:t>
            </a:r>
            <a:r>
              <a:rPr lang="en-US" sz="2000" dirty="0"/>
              <a:t>.</a:t>
            </a:r>
          </a:p>
          <a:p>
            <a:r>
              <a:rPr lang="en-US" sz="2000" dirty="0"/>
              <a:t>1. </a:t>
            </a:r>
            <a:r>
              <a:rPr lang="en-US" sz="2000" dirty="0" err="1"/>
              <a:t>Ausgangsposition</a:t>
            </a:r>
            <a:endParaRPr lang="en-US" sz="2000" dirty="0"/>
          </a:p>
          <a:p>
            <a:r>
              <a:rPr lang="en-US" sz="2000" dirty="0"/>
              <a:t>Die </a:t>
            </a:r>
            <a:r>
              <a:rPr lang="en-US" sz="2000" dirty="0" err="1"/>
              <a:t>anfängliche</a:t>
            </a:r>
            <a:r>
              <a:rPr lang="en-US" sz="2000" dirty="0"/>
              <a:t> Position der </a:t>
            </a:r>
            <a:r>
              <a:rPr lang="en-US" sz="2000" dirty="0" err="1"/>
              <a:t>offenen</a:t>
            </a:r>
            <a:r>
              <a:rPr lang="en-US" sz="2000" dirty="0"/>
              <a:t> Hand </a:t>
            </a:r>
            <a:r>
              <a:rPr lang="en-US" sz="2000" dirty="0" err="1"/>
              <a:t>erfassen</a:t>
            </a:r>
            <a:r>
              <a:rPr lang="en-US" sz="2000" dirty="0"/>
              <a:t>.</a:t>
            </a:r>
          </a:p>
          <a:p>
            <a:r>
              <a:rPr lang="en-US" sz="2000" dirty="0"/>
              <a:t>2. </a:t>
            </a:r>
            <a:r>
              <a:rPr lang="en-US" sz="2000" dirty="0" err="1"/>
              <a:t>Allmähliches</a:t>
            </a:r>
            <a:r>
              <a:rPr lang="en-US" sz="2000" dirty="0"/>
              <a:t> </a:t>
            </a:r>
            <a:r>
              <a:rPr lang="en-US" sz="2000" dirty="0" err="1"/>
              <a:t>Schließen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3. </a:t>
            </a:r>
            <a:r>
              <a:rPr lang="en-US" sz="2000" dirty="0" err="1"/>
              <a:t>Allmähliches</a:t>
            </a:r>
            <a:r>
              <a:rPr lang="en-US" sz="2000" dirty="0"/>
              <a:t> </a:t>
            </a:r>
            <a:r>
              <a:rPr lang="en-US" sz="2000" dirty="0" err="1"/>
              <a:t>Öffnen</a:t>
            </a:r>
            <a:endParaRPr lang="en-US" sz="2000" dirty="0"/>
          </a:p>
          <a:p>
            <a:r>
              <a:rPr lang="en-US" sz="2000" dirty="0"/>
              <a:t>Die </a:t>
            </a:r>
            <a:r>
              <a:rPr lang="en-US" sz="2000" dirty="0" err="1"/>
              <a:t>Abfolge</a:t>
            </a:r>
            <a:r>
              <a:rPr lang="en-US" sz="2000" dirty="0"/>
              <a:t> </a:t>
            </a:r>
            <a:r>
              <a:rPr lang="en-US" sz="2000" dirty="0" err="1"/>
              <a:t>umkehren</a:t>
            </a:r>
            <a:r>
              <a:rPr lang="en-US" sz="2000" dirty="0"/>
              <a:t>, </a:t>
            </a:r>
            <a:r>
              <a:rPr lang="en-US" sz="2000" dirty="0" err="1"/>
              <a:t>anstatt</a:t>
            </a:r>
            <a:r>
              <a:rPr lang="en-US" sz="2000" dirty="0"/>
              <a:t> </a:t>
            </a:r>
            <a:r>
              <a:rPr lang="en-US" sz="2000" dirty="0" err="1"/>
              <a:t>sofort</a:t>
            </a:r>
            <a:r>
              <a:rPr lang="en-US" sz="2000" dirty="0"/>
              <a:t> die </a:t>
            </a:r>
            <a:r>
              <a:rPr lang="en-US" sz="2000" dirty="0" err="1"/>
              <a:t>vollständig</a:t>
            </a:r>
            <a:r>
              <a:rPr lang="en-US" sz="2000" dirty="0"/>
              <a:t> </a:t>
            </a:r>
            <a:r>
              <a:rPr lang="en-US" sz="2000" dirty="0" err="1"/>
              <a:t>geöffnete</a:t>
            </a:r>
            <a:r>
              <a:rPr lang="en-US" sz="2000" dirty="0"/>
              <a:t> Position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veranlassen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Vorteile</a:t>
            </a:r>
            <a:endParaRPr lang="en-US" sz="2000" dirty="0"/>
          </a:p>
          <a:p>
            <a:r>
              <a:rPr lang="en-US" sz="2000" dirty="0" err="1"/>
              <a:t>Flüssigere</a:t>
            </a:r>
            <a:r>
              <a:rPr lang="en-US" sz="2000" dirty="0"/>
              <a:t> </a:t>
            </a:r>
            <a:r>
              <a:rPr lang="en-US" sz="2000" dirty="0" err="1"/>
              <a:t>Fingerbewegung</a:t>
            </a:r>
            <a:endParaRPr lang="en-US" sz="2000" dirty="0"/>
          </a:p>
          <a:p>
            <a:r>
              <a:rPr lang="en-US" sz="2000" dirty="0" err="1"/>
              <a:t>Einfachere</a:t>
            </a:r>
            <a:r>
              <a:rPr lang="en-US" sz="2000" dirty="0"/>
              <a:t> </a:t>
            </a:r>
            <a:r>
              <a:rPr lang="en-US" sz="2000" dirty="0" err="1"/>
              <a:t>Fehlerbehebung</a:t>
            </a:r>
            <a:endParaRPr lang="en-US" sz="2000" dirty="0"/>
          </a:p>
          <a:p>
            <a:r>
              <a:rPr lang="en-US" sz="2000" dirty="0" err="1"/>
              <a:t>Bessere</a:t>
            </a:r>
            <a:r>
              <a:rPr lang="en-US" sz="2000" dirty="0"/>
              <a:t> </a:t>
            </a:r>
            <a:r>
              <a:rPr lang="en-US" sz="2000" dirty="0" err="1"/>
              <a:t>Handhabung</a:t>
            </a:r>
            <a:r>
              <a:rPr lang="en-US" sz="2000" dirty="0"/>
              <a:t> von </a:t>
            </a:r>
            <a:r>
              <a:rPr lang="en-US" sz="2000" dirty="0" err="1"/>
              <a:t>Objekten</a:t>
            </a:r>
            <a:endParaRPr lang="en-US" sz="2000" dirty="0"/>
          </a:p>
          <a:p>
            <a:r>
              <a:rPr lang="en-US" sz="2000" dirty="0"/>
              <a:t>Weniger </a:t>
            </a:r>
            <a:r>
              <a:rPr lang="en-US" sz="2000" dirty="0" err="1"/>
              <a:t>plötzliche</a:t>
            </a:r>
            <a:r>
              <a:rPr lang="en-US" sz="2000" dirty="0"/>
              <a:t> </a:t>
            </a:r>
            <a:r>
              <a:rPr lang="en-US" sz="2000" dirty="0" err="1"/>
              <a:t>Bewegungen</a:t>
            </a:r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7AEFD82-9BC8-440A-04E4-FB2AC04ED0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65817" y="460412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395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FC09-1B1B-54D6-6253-C98E43AC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7082040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Gradual Grip – Example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AE183-EF51-5B22-816D-70AE4A1EF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68" y="1758465"/>
            <a:ext cx="7082040" cy="4647589"/>
          </a:xfrm>
          <a:prstGeom prst="rect">
            <a:avLst/>
          </a:prstGeom>
        </p:spPr>
      </p:pic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1C697E27-0BBF-C89E-F6FF-4C93166AB1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8197143" y="745878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30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Wichtige ROS2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/map → Generated map</a:t>
            </a:r>
          </a:p>
          <a:p>
            <a:r>
              <a:rPr dirty="0"/>
              <a:t>/</a:t>
            </a:r>
            <a:r>
              <a:rPr dirty="0" err="1"/>
              <a:t>odom</a:t>
            </a:r>
            <a:r>
              <a:rPr dirty="0"/>
              <a:t> → Robot movement</a:t>
            </a:r>
          </a:p>
          <a:p>
            <a:r>
              <a:rPr dirty="0"/>
              <a:t>/</a:t>
            </a:r>
            <a:r>
              <a:rPr dirty="0" err="1"/>
              <a:t>tf</a:t>
            </a:r>
            <a:r>
              <a:rPr dirty="0"/>
              <a:t> → Transform tree</a:t>
            </a:r>
          </a:p>
          <a:p>
            <a:r>
              <a:rPr dirty="0"/>
              <a:t>/scan → LiDAR data</a:t>
            </a:r>
          </a:p>
          <a:p>
            <a:r>
              <a:rPr dirty="0"/>
              <a:t>/camera/depth → Depth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293E05-2B05-A2B2-168A-CD21812A0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289" y="1237926"/>
            <a:ext cx="5386300" cy="270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546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Workspace Struktur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docs, scripts, modules</a:t>
            </a:r>
          </a:p>
          <a:p>
            <a:r>
              <a:rPr dirty="0"/>
              <a:t>G1 sport mode ROS</a:t>
            </a:r>
          </a:p>
          <a:p>
            <a:r>
              <a:rPr dirty="0"/>
              <a:t>simulation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D9EC462-0053-770E-630F-EC5585D34A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071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B0CFE-2388-E2CC-801C-393BC6CE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48" y="225573"/>
            <a:ext cx="5562987" cy="878066"/>
          </a:xfrm>
        </p:spPr>
        <p:txBody>
          <a:bodyPr/>
          <a:lstStyle/>
          <a:p>
            <a:r>
              <a:rPr lang="de-DE" dirty="0"/>
              <a:t>Setup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5152293-08EA-C316-475B-DA522CBC5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48" y="1330012"/>
            <a:ext cx="7727182" cy="103974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4C832F2-B243-FCF7-6F73-2A96779D5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48" y="3866530"/>
            <a:ext cx="10329705" cy="262268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707F50C-C6E7-988E-DA20-ADE21B524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48" y="2596127"/>
            <a:ext cx="6706181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7706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7B2859C-0EA0-AF8F-1A93-C77350446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265" y="1915251"/>
            <a:ext cx="9325574" cy="117564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6D14370-0282-9DDE-C2E8-194531DA7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5" y="3429000"/>
            <a:ext cx="9452207" cy="104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369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RViz Setup (Schritt für Schritt)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Launch robot / simulation</a:t>
            </a:r>
          </a:p>
          <a:p>
            <a:r>
              <a:rPr dirty="0"/>
              <a:t>2. Start SLAM node</a:t>
            </a:r>
          </a:p>
          <a:p>
            <a:r>
              <a:rPr dirty="0"/>
              <a:t>3. Open RViz</a:t>
            </a:r>
          </a:p>
          <a:p>
            <a:r>
              <a:rPr dirty="0"/>
              <a:t>4. Add displays</a:t>
            </a: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33F425B7-0299-A54D-1C1D-F2DAE3F995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232" r="5232"/>
          <a:stretch/>
        </p:blipFill>
        <p:spPr>
          <a:xfrm>
            <a:off x="6899684" y="367279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248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366DC-9642-D3A7-7EF4-E36EB9AF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161746"/>
            <a:ext cx="5562987" cy="878066"/>
          </a:xfrm>
        </p:spPr>
        <p:txBody>
          <a:bodyPr/>
          <a:lstStyle/>
          <a:p>
            <a:r>
              <a:rPr lang="de-DE" dirty="0"/>
              <a:t>Topics: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1B0B22B-2CA8-F11F-2CD8-B634BC794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77" y="1348846"/>
            <a:ext cx="4853005" cy="51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77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RViz Anzeigen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→ /map</a:t>
            </a:r>
          </a:p>
          <a:p>
            <a:r>
              <a:t>TF → transforms</a:t>
            </a:r>
          </a:p>
          <a:p>
            <a:r>
              <a:t>LaserScan → /scan</a:t>
            </a:r>
          </a:p>
          <a:p>
            <a:r>
              <a:t>RobotModel → URDF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AFE9F2-72C9-0B27-2766-3BADFF52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039" y="890979"/>
            <a:ext cx="5385998" cy="411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499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609EEB4-829B-EC45-376E-5ECC1B77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80" y="471887"/>
            <a:ext cx="11301439" cy="63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097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G1 RViz Simulationsablauf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Data → SLAM → Map</a:t>
            </a:r>
          </a:p>
          <a:p>
            <a:r>
              <a:t>Odometry → TF → Pose</a:t>
            </a:r>
          </a:p>
          <a:p>
            <a:r>
              <a:t>Everything visualized in RViz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63B0928-2B74-9FAF-124E-AC5267C65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952" y="335012"/>
            <a:ext cx="5223636" cy="47551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30860F-20CA-B20F-E70C-A9169CFAE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773" y="3051661"/>
            <a:ext cx="3147333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29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68FA92-EA6A-B8E8-0629-669DE848C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Tanzen G1 </a:t>
            </a:r>
            <a:r>
              <a:rPr lang="de-DE" dirty="0" err="1"/>
              <a:t>simulation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E205374-E5A2-1B23-12C9-6E56CBAF2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720" y="2119537"/>
            <a:ext cx="11626536" cy="273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976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dance">
            <a:hlinkClick r:id="" action="ppaction://media"/>
            <a:extLst>
              <a:ext uri="{FF2B5EF4-FFF2-40B4-BE49-F238E27FC236}">
                <a16:creationId xmlns:a16="http://schemas.microsoft.com/office/drawing/2014/main" id="{FA0B7430-8BA7-678A-B03A-206944AEF653}"/>
              </a:ext>
            </a:extLst>
          </p:cNvPr>
          <p:cNvPicPr>
            <a:picLocks noGrp="1" noChangeAspect="1"/>
          </p:cNvPicPr>
          <p:nvPr>
            <p:ph type="pic"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00148" y="643466"/>
            <a:ext cx="779170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2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58E2-2CA4-5CE4-4880-9EFBC224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CDBD8-C123-DD0F-4CC0-0E7630DA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02920"/>
            <a:ext cx="5852160" cy="777240"/>
          </a:xfrm>
        </p:spPr>
        <p:txBody>
          <a:bodyPr wrap="square">
            <a:normAutofit fontScale="90000"/>
          </a:bodyPr>
          <a:lstStyle/>
          <a:p>
            <a:r>
              <a:rPr lang="de-DE" sz="3200" dirty="0">
                <a:solidFill>
                  <a:srgbClr val="FF0000"/>
                </a:solidFill>
                <a:latin typeface="Arial"/>
              </a:rPr>
              <a:t>Bonus Aufgabe</a:t>
            </a:r>
            <a:r>
              <a:rPr sz="3200" dirty="0">
                <a:solidFill>
                  <a:srgbClr val="FF0000"/>
                </a:solidFill>
                <a:latin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"/>
              </a:rPr>
              <a:t>: ik_pose_cli_v3</a:t>
            </a:r>
          </a:p>
        </p:txBody>
      </p:sp>
      <p:pic>
        <p:nvPicPr>
          <p:cNvPr id="5" name="MicrosoftTeams-video (11)">
            <a:hlinkClick r:id="" action="ppaction://media"/>
            <a:extLst>
              <a:ext uri="{FF2B5EF4-FFF2-40B4-BE49-F238E27FC236}">
                <a16:creationId xmlns:a16="http://schemas.microsoft.com/office/drawing/2014/main" id="{B26C2A1D-97EB-99BF-A495-A7DA4975E0F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49547" y="890979"/>
            <a:ext cx="2416175" cy="4283075"/>
          </a:xfrm>
        </p:spPr>
      </p:pic>
      <p:pic>
        <p:nvPicPr>
          <p:cNvPr id="6" name="MicrosoftTeams-video (12)">
            <a:hlinkClick r:id="" action="ppaction://media"/>
            <a:extLst>
              <a:ext uri="{FF2B5EF4-FFF2-40B4-BE49-F238E27FC236}">
                <a16:creationId xmlns:a16="http://schemas.microsoft.com/office/drawing/2014/main" id="{C6ACECE6-C6C6-0DBA-5805-778657CFB43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612213" y="890979"/>
            <a:ext cx="2579787" cy="458628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22C95C6-FD67-9BC8-1765-8E7331D68140}"/>
              </a:ext>
            </a:extLst>
          </p:cNvPr>
          <p:cNvSpPr txBox="1"/>
          <p:nvPr/>
        </p:nvSpPr>
        <p:spPr>
          <a:xfrm>
            <a:off x="868680" y="1508760"/>
            <a:ext cx="53492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buNone/>
            </a:pPr>
            <a:r>
              <a:rPr sz="2000" dirty="0">
                <a:solidFill>
                  <a:srgbClr val="FFFFFF"/>
                </a:solidFill>
                <a:latin typeface="Arial"/>
              </a:rPr>
              <a:t>Use ik_pose_cli_v3 to save an arm motion sequence.</a:t>
            </a:r>
          </a:p>
          <a:p>
            <a:pPr>
              <a:spcAft>
                <a:spcPts val="300"/>
              </a:spcAft>
              <a:buNone/>
            </a:pPr>
            <a:endParaRPr sz="2000" dirty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300"/>
              </a:spcAft>
              <a:buNone/>
            </a:pPr>
            <a:r>
              <a:rPr sz="2000" dirty="0">
                <a:solidFill>
                  <a:srgbClr val="FFFFFF"/>
                </a:solidFill>
                <a:latin typeface="Arial"/>
              </a:rPr>
              <a:t>Goal options:</a:t>
            </a:r>
          </a:p>
          <a:p>
            <a:pPr>
              <a:spcAft>
                <a:spcPts val="300"/>
              </a:spcAft>
              <a:buNone/>
            </a:pPr>
            <a:r>
              <a:rPr sz="2000" dirty="0">
                <a:solidFill>
                  <a:srgbClr val="FFFFFF"/>
                </a:solidFill>
                <a:latin typeface="Arial"/>
              </a:rPr>
              <a:t>• record and save arm movement</a:t>
            </a:r>
          </a:p>
          <a:p>
            <a:pPr>
              <a:spcAft>
                <a:spcPts val="300"/>
              </a:spcAft>
              <a:buNone/>
            </a:pPr>
            <a:r>
              <a:rPr sz="2000" dirty="0">
                <a:solidFill>
                  <a:srgbClr val="FFFFFF"/>
                </a:solidFill>
                <a:latin typeface="Arial"/>
              </a:rPr>
              <a:t>• replay the saved sequence</a:t>
            </a:r>
          </a:p>
          <a:p>
            <a:pPr>
              <a:spcAft>
                <a:spcPts val="300"/>
              </a:spcAft>
              <a:buNone/>
            </a:pPr>
            <a:r>
              <a:rPr sz="2000" dirty="0">
                <a:solidFill>
                  <a:srgbClr val="FFFFFF"/>
                </a:solidFill>
                <a:latin typeface="Arial"/>
              </a:rPr>
              <a:t>• example: grab a cup / soda can</a:t>
            </a:r>
          </a:p>
          <a:p>
            <a:pPr>
              <a:spcAft>
                <a:spcPts val="300"/>
              </a:spcAft>
              <a:buNone/>
            </a:pPr>
            <a:endParaRPr sz="2000" dirty="0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300"/>
              </a:spcAft>
              <a:buNone/>
            </a:pPr>
            <a:r>
              <a:rPr sz="2000" dirty="0">
                <a:solidFill>
                  <a:srgbClr val="FFFFFF"/>
                </a:solidFill>
                <a:latin typeface="Arial"/>
              </a:rPr>
              <a:t>Workflow:</a:t>
            </a:r>
          </a:p>
          <a:p>
            <a:pPr>
              <a:spcAft>
                <a:spcPts val="300"/>
              </a:spcAft>
              <a:buNone/>
            </a:pPr>
            <a:r>
              <a:rPr sz="2000" dirty="0">
                <a:solidFill>
                  <a:srgbClr val="FFFFFF"/>
                </a:solidFill>
                <a:latin typeface="Arial"/>
              </a:rPr>
              <a:t>select arm → </a:t>
            </a:r>
            <a:r>
              <a:rPr sz="2000" dirty="0" err="1">
                <a:solidFill>
                  <a:srgbClr val="FFFFFF"/>
                </a:solidFill>
                <a:latin typeface="Arial"/>
              </a:rPr>
              <a:t>ik_move_ee</a:t>
            </a:r>
            <a:r>
              <a:rPr sz="2000" dirty="0">
                <a:solidFill>
                  <a:srgbClr val="FFFFFF"/>
                </a:solidFill>
                <a:latin typeface="Arial"/>
              </a:rPr>
              <a:t> → save key poses → repeat</a:t>
            </a:r>
          </a:p>
        </p:txBody>
      </p:sp>
    </p:spTree>
    <p:extLst>
      <p:ext uri="{BB962C8B-B14F-4D97-AF65-F5344CB8AC3E}">
        <p14:creationId xmlns:p14="http://schemas.microsoft.com/office/powerpoint/2010/main" val="160445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5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562987" cy="878066"/>
          </a:xfrm>
        </p:spPr>
        <p:txBody>
          <a:bodyPr wrap="square"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sz="3400" dirty="0">
                <a:solidFill>
                  <a:srgbClr val="FF0000"/>
                </a:solidFill>
                <a:latin typeface="Arial"/>
              </a:rPr>
              <a:t>Aufgabe 4</a:t>
            </a:r>
            <a:r>
              <a:rPr sz="3400" dirty="0">
                <a:latin typeface="Arial"/>
              </a:rPr>
              <a:t>: Codex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8273"/>
            <a:ext cx="8221133" cy="5247289"/>
          </a:xfrm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Create a dashboard-like UI using Codex.</a:t>
            </a:r>
          </a:p>
          <a:p>
            <a:pPr>
              <a:spcAft>
                <a:spcPts val="200"/>
              </a:spcAft>
              <a:buNone/>
            </a:pPr>
            <a:endParaRPr sz="2000" dirty="0">
              <a:solidFill>
                <a:srgbClr val="FFFFFF"/>
              </a:solidFill>
              <a:cs typeface="Roboto" panose="02000000000000000000" pitchFamily="2" charset="0"/>
            </a:endParaRP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Example prompt: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Build a G1 end-effector teleoperation dashboard with buttons for: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select right / left arm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</a:t>
            </a:r>
            <a:r>
              <a:rPr sz="2000" dirty="0" err="1">
                <a:solidFill>
                  <a:srgbClr val="FFFFFF"/>
                </a:solidFill>
                <a:cs typeface="Roboto" panose="02000000000000000000" pitchFamily="2" charset="0"/>
              </a:rPr>
              <a:t>release_arms</a:t>
            </a: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 and </a:t>
            </a:r>
            <a:r>
              <a:rPr sz="2000" dirty="0" err="1">
                <a:solidFill>
                  <a:srgbClr val="FFFFFF"/>
                </a:solidFill>
                <a:cs typeface="Roboto" panose="02000000000000000000" pitchFamily="2" charset="0"/>
              </a:rPr>
              <a:t>engage_arms</a:t>
            </a:r>
            <a:endParaRPr sz="2000" dirty="0">
              <a:solidFill>
                <a:srgbClr val="FFFFFF"/>
              </a:solidFill>
              <a:cs typeface="Roboto" panose="02000000000000000000" pitchFamily="2" charset="0"/>
            </a:endParaRP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open / close Dex3 hand and </a:t>
            </a:r>
            <a:r>
              <a:rPr sz="2000" dirty="0" err="1">
                <a:solidFill>
                  <a:srgbClr val="FFFFFF"/>
                </a:solidFill>
                <a:cs typeface="Roboto" panose="02000000000000000000" pitchFamily="2" charset="0"/>
              </a:rPr>
              <a:t>release_fingers</a:t>
            </a:r>
            <a:endParaRPr sz="2000" dirty="0">
              <a:solidFill>
                <a:srgbClr val="FFFFFF"/>
              </a:solidFill>
              <a:cs typeface="Roboto" panose="02000000000000000000" pitchFamily="2" charset="0"/>
            </a:endParaRP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increase / decrease x, y, z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increase / decrease yaw, roll, pitch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call </a:t>
            </a:r>
            <a:r>
              <a:rPr sz="2000" dirty="0" err="1">
                <a:solidFill>
                  <a:srgbClr val="FFFFFF"/>
                </a:solidFill>
                <a:cs typeface="Roboto" panose="02000000000000000000" pitchFamily="2" charset="0"/>
              </a:rPr>
              <a:t>ik_move_ee</a:t>
            </a: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 safely with clamp and ramp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display </a:t>
            </a:r>
            <a:r>
              <a:rPr sz="2000" dirty="0" err="1">
                <a:solidFill>
                  <a:srgbClr val="FFFFFF"/>
                </a:solidFill>
                <a:cs typeface="Roboto" panose="02000000000000000000" pitchFamily="2" charset="0"/>
              </a:rPr>
              <a:t>joint_control_dashboard</a:t>
            </a: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 values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76E34E2E-ED58-3C3A-06DC-3B3C56B42B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sz="3400">
                <a:latin typeface="Arial"/>
              </a:rPr>
              <a:t>Sensor Daten + get_rgbd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Kamera: RGB-D Daten erfassen</a:t>
            </a: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LiDAR: Umgebung / Hindernisse</a:t>
            </a: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IMU: Lage und Bewegung</a:t>
            </a:r>
          </a:p>
          <a:p>
            <a:pPr>
              <a:spcAft>
                <a:spcPts val="300"/>
              </a:spcAft>
            </a:pPr>
            <a:endParaRPr sz="200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Bonus-Funktion:</a:t>
            </a: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g1.get_rgbd_data()</a:t>
            </a:r>
          </a:p>
          <a:p>
            <a:pPr>
              <a:spcAft>
                <a:spcPts val="300"/>
              </a:spcAft>
            </a:pPr>
            <a:endParaRPr sz="2000">
              <a:latin typeface="Arial"/>
            </a:endParaRPr>
          </a:p>
          <a:p>
            <a:pPr>
              <a:spcAft>
                <a:spcPts val="300"/>
              </a:spcAft>
            </a:pPr>
            <a:r>
              <a:rPr sz="2000">
                <a:latin typeface="Arial"/>
              </a:rPr>
              <a:t>Nutzen: RGB + Depth als Basis für Objektlokalisierung und Greifaufgaben.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37959E3-5661-B0F0-343A-2C17BD0330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0"/>
            <a:ext cx="7560734" cy="878066"/>
          </a:xfrm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3400" dirty="0">
                <a:solidFill>
                  <a:srgbClr val="FF0000"/>
                </a:solidFill>
                <a:latin typeface="Arial"/>
              </a:rPr>
              <a:t>Bonus</a:t>
            </a:r>
            <a:r>
              <a:rPr lang="de-DE" sz="3400" dirty="0">
                <a:solidFill>
                  <a:srgbClr val="FF0000"/>
                </a:solidFill>
                <a:latin typeface="Arial"/>
              </a:rPr>
              <a:t> </a:t>
            </a:r>
            <a:r>
              <a:rPr lang="de-DE" sz="3400" dirty="0" err="1">
                <a:solidFill>
                  <a:srgbClr val="FF0000"/>
                </a:solidFill>
                <a:latin typeface="Arial"/>
              </a:rPr>
              <a:t>Aufagbe</a:t>
            </a:r>
            <a:r>
              <a:rPr sz="3400" dirty="0">
                <a:latin typeface="Arial"/>
              </a:rPr>
              <a:t>: </a:t>
            </a:r>
            <a:r>
              <a:rPr sz="3400" dirty="0" err="1">
                <a:latin typeface="Arial"/>
              </a:rPr>
              <a:t>get_rgbd</a:t>
            </a:r>
            <a:r>
              <a:rPr sz="3400" dirty="0">
                <a:latin typeface="Arial"/>
              </a:rPr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99511"/>
            <a:ext cx="5562987" cy="4283678"/>
          </a:xfrm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Goal: read RGB-D data from the robot camera interface.</a:t>
            </a:r>
          </a:p>
          <a:p>
            <a:pPr>
              <a:spcAft>
                <a:spcPts val="200"/>
              </a:spcAft>
              <a:buNone/>
            </a:pPr>
            <a:endParaRPr sz="2000" dirty="0">
              <a:solidFill>
                <a:srgbClr val="FFFFFF"/>
              </a:solidFill>
              <a:cs typeface="Roboto" panose="02000000000000000000" pitchFamily="2" charset="0"/>
            </a:endParaRP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Use case examples: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show live RGB image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inspect depth values near the object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• support cup/can localization before IK motion</a:t>
            </a:r>
          </a:p>
          <a:p>
            <a:pPr>
              <a:spcAft>
                <a:spcPts val="200"/>
              </a:spcAft>
              <a:buNone/>
            </a:pPr>
            <a:endParaRPr sz="2000" dirty="0">
              <a:solidFill>
                <a:srgbClr val="FFFFFF"/>
              </a:solidFill>
              <a:cs typeface="Roboto" panose="02000000000000000000" pitchFamily="2" charset="0"/>
            </a:endParaRP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Minimal workflow: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1. data = g1.get_rgbd_data()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2. display RGB frame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3. check depth at target region</a:t>
            </a:r>
          </a:p>
          <a:p>
            <a:pPr>
              <a:spcAft>
                <a:spcPts val="200"/>
              </a:spcAft>
              <a:buNone/>
            </a:pPr>
            <a:r>
              <a:rPr sz="2000" dirty="0">
                <a:solidFill>
                  <a:srgbClr val="FFFFFF"/>
                </a:solidFill>
                <a:cs typeface="Roboto" panose="02000000000000000000" pitchFamily="2" charset="0"/>
              </a:rPr>
              <a:t>4. use depth result as input for grasp planning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BCBBBB6E-316E-8DC0-4D85-D3521607D3B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BSO999929 xmlns="http://www.datev.de/BSOffice/999929">306d5c34-c375-434d-a27d-82eb08a5504b</BSO999929>
</file>

<file path=customXml/itemProps1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B0C713-5CE9-4B7C-8871-D96133782421}">
  <ds:schemaRefs>
    <ds:schemaRef ds:uri="http://schemas.microsoft.com/office/2006/metadata/properties"/>
    <ds:schemaRef ds:uri="http://schemas.microsoft.com/office/infopath/2007/PartnerControls"/>
    <ds:schemaRef ds:uri="29710a0d-a916-43a9-8a24-1cbe13199583"/>
    <ds:schemaRef ds:uri="17e9a383-b1c7-4c94-a2a2-eacb0c3a46c7"/>
  </ds:schemaRefs>
</ds:datastoreItem>
</file>

<file path=customXml/itemProps3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2074</Words>
  <Application>Microsoft Office PowerPoint</Application>
  <PresentationFormat>Breitbild</PresentationFormat>
  <Paragraphs>413</Paragraphs>
  <Slides>67</Slides>
  <Notes>3</Notes>
  <HiddenSlides>37</HiddenSlides>
  <MMClips>11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67</vt:i4>
      </vt:variant>
    </vt:vector>
  </HeadingPairs>
  <TitlesOfParts>
    <vt:vector size="72" baseType="lpstr">
      <vt:lpstr>Aptos</vt:lpstr>
      <vt:lpstr>Aptos Display</vt:lpstr>
      <vt:lpstr>Arial</vt:lpstr>
      <vt:lpstr>Roboto</vt:lpstr>
      <vt:lpstr>Office</vt:lpstr>
      <vt:lpstr>Tag 3: Low Level Steuerung​, Hände und Endeffektorsteuerung</vt:lpstr>
      <vt:lpstr>Zeitplan Tag 3</vt:lpstr>
      <vt:lpstr>Tagesziele</vt:lpstr>
      <vt:lpstr>Overview Hand &amp; Armvarianten​</vt:lpstr>
      <vt:lpstr>G1 Basic (Tanzen)</vt:lpstr>
      <vt:lpstr>G1 FÜNF FINGER</vt:lpstr>
      <vt:lpstr>G1 FÜNF FINGER</vt:lpstr>
      <vt:lpstr>PowerPoint-Präsentation</vt:lpstr>
      <vt:lpstr>PowerPoint-Präsentation</vt:lpstr>
      <vt:lpstr>LocoClient Stabilität mit DFX Hände (Running Mode)</vt:lpstr>
      <vt:lpstr>LocoClient Stabilität mit DFX Hände (Regular Mode)</vt:lpstr>
      <vt:lpstr>Low Level Steuerung</vt:lpstr>
      <vt:lpstr>LowLevel Joint Control</vt:lpstr>
      <vt:lpstr>q, dq, Kp, Kd und τ</vt:lpstr>
      <vt:lpstr>Increment, Clamp, Ramp – Never Jump</vt:lpstr>
      <vt:lpstr>G1 Wrapper– Arm &amp; Joint</vt:lpstr>
      <vt:lpstr>Visualisierung 1: joint_control_dashboard</vt:lpstr>
      <vt:lpstr>Overview Hand &amp; Armvarianten​</vt:lpstr>
      <vt:lpstr>G1 3 FINGER</vt:lpstr>
      <vt:lpstr>G1 3 FINGER</vt:lpstr>
      <vt:lpstr>G1 Wrapper – Dex3</vt:lpstr>
      <vt:lpstr>Dex3 Methods</vt:lpstr>
      <vt:lpstr>Aufgabe 1: LowLevel + Dex3 Basischeck</vt:lpstr>
      <vt:lpstr>Teach &amp; Repeat – Beispiel</vt:lpstr>
      <vt:lpstr>Grundlagen der Armtätigkeit​</vt:lpstr>
      <vt:lpstr>Festprogrammierte Greifaufgabe​</vt:lpstr>
      <vt:lpstr>G1 3-Finger Greifer (Konzept) </vt:lpstr>
      <vt:lpstr>Greifprinzip</vt:lpstr>
      <vt:lpstr>Safe Arm Pose Writing</vt:lpstr>
      <vt:lpstr>PowerPoint-Präsentation</vt:lpstr>
      <vt:lpstr>PowerPoint-Präsentation</vt:lpstr>
      <vt:lpstr>Aufgabe 2: Teach &amp; Repeat </vt:lpstr>
      <vt:lpstr>Humanoid Implementation Program</vt:lpstr>
      <vt:lpstr>Greifarten</vt:lpstr>
      <vt:lpstr>Steuerung des Greifers</vt:lpstr>
      <vt:lpstr>Inverse Kinematics + ik_move_ee</vt:lpstr>
      <vt:lpstr>Machine Learning</vt:lpstr>
      <vt:lpstr>Koordination Arm + Greifer</vt:lpstr>
      <vt:lpstr>Aufgabe: Stabilität testen</vt:lpstr>
      <vt:lpstr>Low-Level Control</vt:lpstr>
      <vt:lpstr>High-Level Gestures, Teach/Repeat &amp; Pose Interpolation</vt:lpstr>
      <vt:lpstr>One Arm Control Path – Never Both at Once</vt:lpstr>
      <vt:lpstr>Arm SDK vs. LowCmd / dev_mode</vt:lpstr>
      <vt:lpstr>Low-Level Joint Control + Live Visualizer</vt:lpstr>
      <vt:lpstr>G1 – 29 Joint Index / Gain Table</vt:lpstr>
      <vt:lpstr>LowCmdPublisher + move_R_joint + Live Visualizer</vt:lpstr>
      <vt:lpstr>Safe Low-Level Move</vt:lpstr>
      <vt:lpstr>Dex3 – Dual Gripper Control</vt:lpstr>
      <vt:lpstr>Dex3 HandCmd Message and Joint Range</vt:lpstr>
      <vt:lpstr>Calibrate the Threshold – Don't Copy One</vt:lpstr>
      <vt:lpstr>PowerPoint-Präsentation</vt:lpstr>
      <vt:lpstr>Gradual Grip – Example Structure</vt:lpstr>
      <vt:lpstr>Wichtige ROS2 Topics</vt:lpstr>
      <vt:lpstr>Workspace Struktur</vt:lpstr>
      <vt:lpstr>Setup</vt:lpstr>
      <vt:lpstr>PowerPoint-Präsentation</vt:lpstr>
      <vt:lpstr>RViz Setup (Schritt für Schritt)</vt:lpstr>
      <vt:lpstr>Topics:</vt:lpstr>
      <vt:lpstr>RViz Anzeigen hinzufügen</vt:lpstr>
      <vt:lpstr>PowerPoint-Präsentation</vt:lpstr>
      <vt:lpstr>G1 RViz Simulationsablauf</vt:lpstr>
      <vt:lpstr>Tanzen G1 simulation</vt:lpstr>
      <vt:lpstr>PowerPoint-Präsentation</vt:lpstr>
      <vt:lpstr>Bonus Aufgabe : ik_pose_cli_v3</vt:lpstr>
      <vt:lpstr>Aufgabe 4: Codex Dashboard</vt:lpstr>
      <vt:lpstr>Sensor Daten + get_rgbd data</vt:lpstr>
      <vt:lpstr>Bonus Aufagbe: get_rgbd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417</cp:revision>
  <dcterms:created xsi:type="dcterms:W3CDTF">2025-02-10T19:27:37Z</dcterms:created>
  <dcterms:modified xsi:type="dcterms:W3CDTF">2026-09-09T06:04:44Z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