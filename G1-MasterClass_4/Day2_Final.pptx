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76"/>
  </p:notesMasterIdLst>
  <p:sldIdLst>
    <p:sldId id="317" r:id="rId6"/>
    <p:sldId id="368" r:id="rId7"/>
    <p:sldId id="404" r:id="rId8"/>
    <p:sldId id="260" r:id="rId9"/>
    <p:sldId id="261" r:id="rId10"/>
    <p:sldId id="396" r:id="rId11"/>
    <p:sldId id="400" r:id="rId12"/>
    <p:sldId id="379" r:id="rId13"/>
    <p:sldId id="349" r:id="rId14"/>
    <p:sldId id="329" r:id="rId15"/>
    <p:sldId id="419" r:id="rId16"/>
    <p:sldId id="422" r:id="rId17"/>
    <p:sldId id="421" r:id="rId18"/>
    <p:sldId id="407" r:id="rId19"/>
    <p:sldId id="414" r:id="rId20"/>
    <p:sldId id="351" r:id="rId21"/>
    <p:sldId id="370" r:id="rId22"/>
    <p:sldId id="408" r:id="rId23"/>
    <p:sldId id="371" r:id="rId24"/>
    <p:sldId id="405" r:id="rId25"/>
    <p:sldId id="387" r:id="rId26"/>
    <p:sldId id="380" r:id="rId27"/>
    <p:sldId id="354" r:id="rId28"/>
    <p:sldId id="375" r:id="rId29"/>
    <p:sldId id="376" r:id="rId30"/>
    <p:sldId id="410" r:id="rId31"/>
    <p:sldId id="411" r:id="rId32"/>
    <p:sldId id="386" r:id="rId33"/>
    <p:sldId id="406" r:id="rId34"/>
    <p:sldId id="388" r:id="rId35"/>
    <p:sldId id="394" r:id="rId36"/>
    <p:sldId id="389" r:id="rId37"/>
    <p:sldId id="402" r:id="rId38"/>
    <p:sldId id="403" r:id="rId39"/>
    <p:sldId id="398" r:id="rId40"/>
    <p:sldId id="359" r:id="rId41"/>
    <p:sldId id="360" r:id="rId42"/>
    <p:sldId id="417" r:id="rId43"/>
    <p:sldId id="361" r:id="rId44"/>
    <p:sldId id="401" r:id="rId45"/>
    <p:sldId id="416" r:id="rId46"/>
    <p:sldId id="420" r:id="rId47"/>
    <p:sldId id="397" r:id="rId48"/>
    <p:sldId id="409" r:id="rId49"/>
    <p:sldId id="347" r:id="rId50"/>
    <p:sldId id="384" r:id="rId51"/>
    <p:sldId id="385" r:id="rId52"/>
    <p:sldId id="390" r:id="rId53"/>
    <p:sldId id="391" r:id="rId54"/>
    <p:sldId id="392" r:id="rId55"/>
    <p:sldId id="393" r:id="rId56"/>
    <p:sldId id="424" r:id="rId57"/>
    <p:sldId id="423" r:id="rId58"/>
    <p:sldId id="426" r:id="rId59"/>
    <p:sldId id="427" r:id="rId60"/>
    <p:sldId id="428" r:id="rId61"/>
    <p:sldId id="429" r:id="rId62"/>
    <p:sldId id="430" r:id="rId63"/>
    <p:sldId id="431" r:id="rId64"/>
    <p:sldId id="432" r:id="rId65"/>
    <p:sldId id="433" r:id="rId66"/>
    <p:sldId id="434" r:id="rId67"/>
    <p:sldId id="435" r:id="rId68"/>
    <p:sldId id="436" r:id="rId69"/>
    <p:sldId id="437" r:id="rId70"/>
    <p:sldId id="438" r:id="rId71"/>
    <p:sldId id="439" r:id="rId72"/>
    <p:sldId id="440" r:id="rId73"/>
    <p:sldId id="395" r:id="rId74"/>
    <p:sldId id="399" r:id="rId7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1960"/>
    <a:srgbClr val="FB1A62"/>
    <a:srgbClr val="FFFFFF"/>
    <a:srgbClr val="1D1E1F"/>
    <a:srgbClr val="282A2E"/>
    <a:srgbClr val="D90962"/>
    <a:srgbClr val="3635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D41B20-BAED-4BD4-B4F3-5A05827C8D97}" v="22" dt="2026-06-16T13:22:54.4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34" autoAdjust="0"/>
    <p:restoredTop sz="94637"/>
  </p:normalViewPr>
  <p:slideViewPr>
    <p:cSldViewPr snapToGrid="0">
      <p:cViewPr varScale="1">
        <p:scale>
          <a:sx n="103" d="100"/>
          <a:sy n="103" d="100"/>
        </p:scale>
        <p:origin x="1360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61" Type="http://schemas.openxmlformats.org/officeDocument/2006/relationships/slide" Target="slides/slide56.xml"/><Relationship Id="rId82" Type="http://schemas.microsoft.com/office/2015/10/relationships/revisionInfo" Target="revisionInfo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dhun Eldose" userId="276e0ff496d1bc83" providerId="LiveId" clId="{EBE7DE87-C041-44F4-B6B2-379359185045}"/>
    <pc:docChg chg="undo custSel addSld delSld modSld sldOrd">
      <pc:chgData name="Midhun Eldose" userId="276e0ff496d1bc83" providerId="LiveId" clId="{EBE7DE87-C041-44F4-B6B2-379359185045}" dt="2026-06-16T13:23:28.291" v="3219" actId="20577"/>
      <pc:docMkLst>
        <pc:docMk/>
      </pc:docMkLst>
      <pc:sldChg chg="modSp mod">
        <pc:chgData name="Midhun Eldose" userId="276e0ff496d1bc83" providerId="LiveId" clId="{EBE7DE87-C041-44F4-B6B2-379359185045}" dt="2026-06-15T15:37:55.284" v="2506" actId="20577"/>
        <pc:sldMkLst>
          <pc:docMk/>
          <pc:sldMk cId="674145726" sldId="260"/>
        </pc:sldMkLst>
        <pc:graphicFrameChg chg="modGraphic">
          <ac:chgData name="Midhun Eldose" userId="276e0ff496d1bc83" providerId="LiveId" clId="{EBE7DE87-C041-44F4-B6B2-379359185045}" dt="2026-06-15T15:37:55.284" v="2506" actId="20577"/>
          <ac:graphicFrameMkLst>
            <pc:docMk/>
            <pc:sldMk cId="674145726" sldId="260"/>
            <ac:graphicFrameMk id="9" creationId="{29479B6B-F538-0E70-8D94-4B61194632CB}"/>
          </ac:graphicFrameMkLst>
        </pc:graphicFrameChg>
      </pc:sldChg>
      <pc:sldChg chg="modSp mod">
        <pc:chgData name="Midhun Eldose" userId="276e0ff496d1bc83" providerId="LiveId" clId="{EBE7DE87-C041-44F4-B6B2-379359185045}" dt="2026-06-16T06:48:15.683" v="3165" actId="313"/>
        <pc:sldMkLst>
          <pc:docMk/>
          <pc:sldMk cId="3518121156" sldId="261"/>
        </pc:sldMkLst>
        <pc:spChg chg="mod">
          <ac:chgData name="Midhun Eldose" userId="276e0ff496d1bc83" providerId="LiveId" clId="{EBE7DE87-C041-44F4-B6B2-379359185045}" dt="2026-06-16T06:48:15.683" v="3165" actId="313"/>
          <ac:spMkLst>
            <pc:docMk/>
            <pc:sldMk cId="3518121156" sldId="261"/>
            <ac:spMk id="6" creationId="{70C83429-2AD8-5708-108E-9EA785AF82EE}"/>
          </ac:spMkLst>
        </pc:spChg>
      </pc:sldChg>
      <pc:sldChg chg="addSp delSp modSp mod">
        <pc:chgData name="Midhun Eldose" userId="276e0ff496d1bc83" providerId="LiveId" clId="{EBE7DE87-C041-44F4-B6B2-379359185045}" dt="2026-06-15T15:44:08.848" v="2508" actId="27309"/>
        <pc:sldMkLst>
          <pc:docMk/>
          <pc:sldMk cId="4261393044" sldId="317"/>
        </pc:sldMkLst>
        <pc:graphicFrameChg chg="add del modGraphic">
          <ac:chgData name="Midhun Eldose" userId="276e0ff496d1bc83" providerId="LiveId" clId="{EBE7DE87-C041-44F4-B6B2-379359185045}" dt="2026-06-15T15:44:08.848" v="2508" actId="27309"/>
          <ac:graphicFrameMkLst>
            <pc:docMk/>
            <pc:sldMk cId="4261393044" sldId="317"/>
            <ac:graphicFrameMk id="5" creationId="{918D9D8E-0560-DB09-9111-4B51331826EC}"/>
          </ac:graphicFrameMkLst>
        </pc:graphicFrameChg>
      </pc:sldChg>
      <pc:sldChg chg="addSp delSp modSp add mod modShow">
        <pc:chgData name="Midhun Eldose" userId="276e0ff496d1bc83" providerId="LiveId" clId="{EBE7DE87-C041-44F4-B6B2-379359185045}" dt="2026-06-16T05:53:44.250" v="2978" actId="20577"/>
        <pc:sldMkLst>
          <pc:docMk/>
          <pc:sldMk cId="1988433813" sldId="329"/>
        </pc:sldMkLst>
        <pc:spChg chg="add del">
          <ac:chgData name="Midhun Eldose" userId="276e0ff496d1bc83" providerId="LiveId" clId="{EBE7DE87-C041-44F4-B6B2-379359185045}" dt="2026-06-16T05:32:51.113" v="2636" actId="22"/>
          <ac:spMkLst>
            <pc:docMk/>
            <pc:sldMk cId="1988433813" sldId="329"/>
            <ac:spMk id="4" creationId="{B10F7DC8-A2D1-0257-29E4-232A41346042}"/>
          </ac:spMkLst>
        </pc:spChg>
        <pc:graphicFrameChg chg="modGraphic">
          <ac:chgData name="Midhun Eldose" userId="276e0ff496d1bc83" providerId="LiveId" clId="{EBE7DE87-C041-44F4-B6B2-379359185045}" dt="2026-06-16T05:53:44.250" v="2978" actId="20577"/>
          <ac:graphicFrameMkLst>
            <pc:docMk/>
            <pc:sldMk cId="1988433813" sldId="329"/>
            <ac:graphicFrameMk id="3" creationId="{D2CB9985-4B31-E416-CB0E-600240CD69CF}"/>
          </ac:graphicFrameMkLst>
        </pc:graphicFrameChg>
      </pc:sldChg>
      <pc:sldChg chg="mod modShow">
        <pc:chgData name="Midhun Eldose" userId="276e0ff496d1bc83" providerId="LiveId" clId="{EBE7DE87-C041-44F4-B6B2-379359185045}" dt="2026-06-15T15:51:47.456" v="2595" actId="729"/>
        <pc:sldMkLst>
          <pc:docMk/>
          <pc:sldMk cId="1646726869" sldId="347"/>
        </pc:sldMkLst>
      </pc:sldChg>
      <pc:sldChg chg="modSp mod">
        <pc:chgData name="Midhun Eldose" userId="276e0ff496d1bc83" providerId="LiveId" clId="{EBE7DE87-C041-44F4-B6B2-379359185045}" dt="2026-06-16T06:07:50.524" v="3055" actId="1076"/>
        <pc:sldMkLst>
          <pc:docMk/>
          <pc:sldMk cId="2984577213" sldId="360"/>
        </pc:sldMkLst>
        <pc:spChg chg="mod">
          <ac:chgData name="Midhun Eldose" userId="276e0ff496d1bc83" providerId="LiveId" clId="{EBE7DE87-C041-44F4-B6B2-379359185045}" dt="2026-06-16T06:06:55.837" v="3052" actId="14100"/>
          <ac:spMkLst>
            <pc:docMk/>
            <pc:sldMk cId="2984577213" sldId="360"/>
            <ac:spMk id="3" creationId="{17D3EF7C-7C32-5226-9256-E2122E36AF52}"/>
          </ac:spMkLst>
        </pc:spChg>
        <pc:picChg chg="mod">
          <ac:chgData name="Midhun Eldose" userId="276e0ff496d1bc83" providerId="LiveId" clId="{EBE7DE87-C041-44F4-B6B2-379359185045}" dt="2026-06-16T06:04:08.029" v="3048" actId="1076"/>
          <ac:picMkLst>
            <pc:docMk/>
            <pc:sldMk cId="2984577213" sldId="360"/>
            <ac:picMk id="2" creationId="{F8884FCD-31D0-4E0F-240C-A5F51AE7B06D}"/>
          </ac:picMkLst>
        </pc:picChg>
        <pc:picChg chg="mod">
          <ac:chgData name="Midhun Eldose" userId="276e0ff496d1bc83" providerId="LiveId" clId="{EBE7DE87-C041-44F4-B6B2-379359185045}" dt="2026-06-16T06:07:50.524" v="3055" actId="1076"/>
          <ac:picMkLst>
            <pc:docMk/>
            <pc:sldMk cId="2984577213" sldId="360"/>
            <ac:picMk id="8" creationId="{C262B6A2-EDD2-ECAA-8D1D-CAD3FA3B9F14}"/>
          </ac:picMkLst>
        </pc:picChg>
      </pc:sldChg>
      <pc:sldChg chg="mod modShow">
        <pc:chgData name="Midhun Eldose" userId="276e0ff496d1bc83" providerId="LiveId" clId="{EBE7DE87-C041-44F4-B6B2-379359185045}" dt="2026-06-15T15:50:31.646" v="2579" actId="729"/>
        <pc:sldMkLst>
          <pc:docMk/>
          <pc:sldMk cId="2561365940" sldId="361"/>
        </pc:sldMkLst>
      </pc:sldChg>
      <pc:sldChg chg="mod modShow">
        <pc:chgData name="Midhun Eldose" userId="276e0ff496d1bc83" providerId="LiveId" clId="{EBE7DE87-C041-44F4-B6B2-379359185045}" dt="2026-06-15T15:52:39.066" v="2598" actId="729"/>
        <pc:sldMkLst>
          <pc:docMk/>
          <pc:sldMk cId="1516154388" sldId="368"/>
        </pc:sldMkLst>
      </pc:sldChg>
      <pc:sldChg chg="modSp mod modShow">
        <pc:chgData name="Midhun Eldose" userId="276e0ff496d1bc83" providerId="LiveId" clId="{EBE7DE87-C041-44F4-B6B2-379359185045}" dt="2026-06-16T06:09:41.477" v="3056" actId="313"/>
        <pc:sldMkLst>
          <pc:docMk/>
          <pc:sldMk cId="0" sldId="379"/>
        </pc:sldMkLst>
        <pc:spChg chg="mod">
          <ac:chgData name="Midhun Eldose" userId="276e0ff496d1bc83" providerId="LiveId" clId="{EBE7DE87-C041-44F4-B6B2-379359185045}" dt="2026-06-16T06:09:41.477" v="3056" actId="313"/>
          <ac:spMkLst>
            <pc:docMk/>
            <pc:sldMk cId="0" sldId="379"/>
            <ac:spMk id="3" creationId="{00000000-0000-0000-0000-000000000000}"/>
          </ac:spMkLst>
        </pc:spChg>
      </pc:sldChg>
      <pc:sldChg chg="modSp mod">
        <pc:chgData name="Midhun Eldose" userId="276e0ff496d1bc83" providerId="LiveId" clId="{EBE7DE87-C041-44F4-B6B2-379359185045}" dt="2026-06-16T05:49:57.169" v="2899" actId="20577"/>
        <pc:sldMkLst>
          <pc:docMk/>
          <pc:sldMk cId="0" sldId="393"/>
        </pc:sldMkLst>
        <pc:spChg chg="mod">
          <ac:chgData name="Midhun Eldose" userId="276e0ff496d1bc83" providerId="LiveId" clId="{EBE7DE87-C041-44F4-B6B2-379359185045}" dt="2026-06-16T05:49:57.169" v="2899" actId="20577"/>
          <ac:spMkLst>
            <pc:docMk/>
            <pc:sldMk cId="0" sldId="393"/>
            <ac:spMk id="6" creationId="{A18EA054-2687-929B-BF4B-122D5B5AFEB8}"/>
          </ac:spMkLst>
        </pc:spChg>
      </pc:sldChg>
      <pc:sldChg chg="mod modShow">
        <pc:chgData name="Midhun Eldose" userId="276e0ff496d1bc83" providerId="LiveId" clId="{EBE7DE87-C041-44F4-B6B2-379359185045}" dt="2026-06-16T05:48:39.689" v="2796" actId="729"/>
        <pc:sldMkLst>
          <pc:docMk/>
          <pc:sldMk cId="0" sldId="397"/>
        </pc:sldMkLst>
      </pc:sldChg>
      <pc:sldChg chg="ord">
        <pc:chgData name="Midhun Eldose" userId="276e0ff496d1bc83" providerId="LiveId" clId="{EBE7DE87-C041-44F4-B6B2-379359185045}" dt="2026-06-16T06:03:38.366" v="3004"/>
        <pc:sldMkLst>
          <pc:docMk/>
          <pc:sldMk cId="0" sldId="401"/>
        </pc:sldMkLst>
      </pc:sldChg>
      <pc:sldChg chg="addSp delSp modSp mod delAnim modAnim modShow">
        <pc:chgData name="Midhun Eldose" userId="276e0ff496d1bc83" providerId="LiveId" clId="{EBE7DE87-C041-44F4-B6B2-379359185045}" dt="2026-06-15T15:52:28.823" v="2597" actId="729"/>
        <pc:sldMkLst>
          <pc:docMk/>
          <pc:sldMk cId="1242552388" sldId="404"/>
        </pc:sldMkLst>
        <pc:picChg chg="add mod">
          <ac:chgData name="Midhun Eldose" userId="276e0ff496d1bc83" providerId="LiveId" clId="{EBE7DE87-C041-44F4-B6B2-379359185045}" dt="2026-06-04T08:04:04.367" v="2440" actId="1076"/>
          <ac:picMkLst>
            <pc:docMk/>
            <pc:sldMk cId="1242552388" sldId="404"/>
            <ac:picMk id="4" creationId="{D052F047-2F35-F5FE-535C-0F61C7B97605}"/>
          </ac:picMkLst>
        </pc:picChg>
        <pc:picChg chg="add mod">
          <ac:chgData name="Midhun Eldose" userId="276e0ff496d1bc83" providerId="LiveId" clId="{EBE7DE87-C041-44F4-B6B2-379359185045}" dt="2026-06-04T08:04:05.936" v="2441" actId="1076"/>
          <ac:picMkLst>
            <pc:docMk/>
            <pc:sldMk cId="1242552388" sldId="404"/>
            <ac:picMk id="6" creationId="{B95AC7DB-31DA-B0B1-4950-5565DDA65D48}"/>
          </ac:picMkLst>
        </pc:picChg>
      </pc:sldChg>
      <pc:sldChg chg="modSp mod modShow">
        <pc:chgData name="Midhun Eldose" userId="276e0ff496d1bc83" providerId="LiveId" clId="{EBE7DE87-C041-44F4-B6B2-379359185045}" dt="2026-06-15T15:48:23.956" v="2545" actId="729"/>
        <pc:sldMkLst>
          <pc:docMk/>
          <pc:sldMk cId="3283342701" sldId="407"/>
        </pc:sldMkLst>
        <pc:spChg chg="mod">
          <ac:chgData name="Midhun Eldose" userId="276e0ff496d1bc83" providerId="LiveId" clId="{EBE7DE87-C041-44F4-B6B2-379359185045}" dt="2026-06-04T09:38:31.013" v="2463"/>
          <ac:spMkLst>
            <pc:docMk/>
            <pc:sldMk cId="3283342701" sldId="407"/>
            <ac:spMk id="2" creationId="{F2579E14-C9E4-1B2A-AEE9-4B3DBC6B9D8A}"/>
          </ac:spMkLst>
        </pc:spChg>
        <pc:spChg chg="mod">
          <ac:chgData name="Midhun Eldose" userId="276e0ff496d1bc83" providerId="LiveId" clId="{EBE7DE87-C041-44F4-B6B2-379359185045}" dt="2026-06-15T15:48:17.416" v="2544" actId="20577"/>
          <ac:spMkLst>
            <pc:docMk/>
            <pc:sldMk cId="3283342701" sldId="407"/>
            <ac:spMk id="6" creationId="{DD1362CF-3528-08B1-1E8E-2827D4938814}"/>
          </ac:spMkLst>
        </pc:spChg>
      </pc:sldChg>
      <pc:sldChg chg="modSp mod">
        <pc:chgData name="Midhun Eldose" userId="276e0ff496d1bc83" providerId="LiveId" clId="{EBE7DE87-C041-44F4-B6B2-379359185045}" dt="2026-06-15T15:49:40.181" v="2578" actId="20577"/>
        <pc:sldMkLst>
          <pc:docMk/>
          <pc:sldMk cId="1914705875" sldId="408"/>
        </pc:sldMkLst>
        <pc:spChg chg="mod">
          <ac:chgData name="Midhun Eldose" userId="276e0ff496d1bc83" providerId="LiveId" clId="{EBE7DE87-C041-44F4-B6B2-379359185045}" dt="2026-06-15T15:49:40.181" v="2578" actId="20577"/>
          <ac:spMkLst>
            <pc:docMk/>
            <pc:sldMk cId="1914705875" sldId="408"/>
            <ac:spMk id="2" creationId="{28BD8ADC-D2BE-A797-4EA1-08B87F002E91}"/>
          </ac:spMkLst>
        </pc:spChg>
        <pc:spChg chg="mod">
          <ac:chgData name="Midhun Eldose" userId="276e0ff496d1bc83" providerId="LiveId" clId="{EBE7DE87-C041-44F4-B6B2-379359185045}" dt="2026-06-04T09:38:45.756" v="2468" actId="20577"/>
          <ac:spMkLst>
            <pc:docMk/>
            <pc:sldMk cId="1914705875" sldId="408"/>
            <ac:spMk id="6" creationId="{8596FD8B-3266-30CD-820B-3E11724BDC19}"/>
          </ac:spMkLst>
        </pc:spChg>
      </pc:sldChg>
      <pc:sldChg chg="modSp mod modShow">
        <pc:chgData name="Midhun Eldose" userId="276e0ff496d1bc83" providerId="LiveId" clId="{EBE7DE87-C041-44F4-B6B2-379359185045}" dt="2026-06-04T09:39:03.520" v="2471" actId="20577"/>
        <pc:sldMkLst>
          <pc:docMk/>
          <pc:sldMk cId="1505947198" sldId="409"/>
        </pc:sldMkLst>
        <pc:spChg chg="mod">
          <ac:chgData name="Midhun Eldose" userId="276e0ff496d1bc83" providerId="LiveId" clId="{EBE7DE87-C041-44F4-B6B2-379359185045}" dt="2026-06-04T09:39:02.130" v="2470"/>
          <ac:spMkLst>
            <pc:docMk/>
            <pc:sldMk cId="1505947198" sldId="409"/>
            <ac:spMk id="2" creationId="{2E91405D-A5C4-447E-9525-8EC9FF2FC6FE}"/>
          </ac:spMkLst>
        </pc:spChg>
        <pc:spChg chg="mod">
          <ac:chgData name="Midhun Eldose" userId="276e0ff496d1bc83" providerId="LiveId" clId="{EBE7DE87-C041-44F4-B6B2-379359185045}" dt="2026-06-04T09:39:03.520" v="2471" actId="20577"/>
          <ac:spMkLst>
            <pc:docMk/>
            <pc:sldMk cId="1505947198" sldId="409"/>
            <ac:spMk id="6" creationId="{D9CE48C9-2243-CFBF-BB11-5BC88F3C1D79}"/>
          </ac:spMkLst>
        </pc:spChg>
      </pc:sldChg>
      <pc:sldChg chg="modSp del mod">
        <pc:chgData name="Midhun Eldose" userId="276e0ff496d1bc83" providerId="LiveId" clId="{EBE7DE87-C041-44F4-B6B2-379359185045}" dt="2026-06-15T15:52:05.660" v="2596" actId="2696"/>
        <pc:sldMkLst>
          <pc:docMk/>
          <pc:sldMk cId="265538005" sldId="412"/>
        </pc:sldMkLst>
      </pc:sldChg>
      <pc:sldChg chg="modSp new del">
        <pc:chgData name="Midhun Eldose" userId="276e0ff496d1bc83" providerId="LiveId" clId="{EBE7DE87-C041-44F4-B6B2-379359185045}" dt="2026-06-15T15:53:10.342" v="2599" actId="2696"/>
        <pc:sldMkLst>
          <pc:docMk/>
          <pc:sldMk cId="146772455" sldId="413"/>
        </pc:sldMkLst>
      </pc:sldChg>
      <pc:sldChg chg="addSp modSp new mod">
        <pc:chgData name="Midhun Eldose" userId="276e0ff496d1bc83" providerId="LiveId" clId="{EBE7DE87-C041-44F4-B6B2-379359185045}" dt="2026-06-16T06:39:16.259" v="3161" actId="20577"/>
        <pc:sldMkLst>
          <pc:docMk/>
          <pc:sldMk cId="952362290" sldId="414"/>
        </pc:sldMkLst>
        <pc:spChg chg="mod">
          <ac:chgData name="Midhun Eldose" userId="276e0ff496d1bc83" providerId="LiveId" clId="{EBE7DE87-C041-44F4-B6B2-379359185045}" dt="2026-06-15T15:49:25.381" v="2576" actId="20577"/>
          <ac:spMkLst>
            <pc:docMk/>
            <pc:sldMk cId="952362290" sldId="414"/>
            <ac:spMk id="2" creationId="{B0A7578F-E71A-1F73-75E8-A8D7D928BAC0}"/>
          </ac:spMkLst>
        </pc:spChg>
        <pc:spChg chg="mod">
          <ac:chgData name="Midhun Eldose" userId="276e0ff496d1bc83" providerId="LiveId" clId="{EBE7DE87-C041-44F4-B6B2-379359185045}" dt="2026-06-16T06:39:16.259" v="3161" actId="20577"/>
          <ac:spMkLst>
            <pc:docMk/>
            <pc:sldMk cId="952362290" sldId="414"/>
            <ac:spMk id="3" creationId="{D697672E-E95E-5335-9EDB-EA28BF7C0B86}"/>
          </ac:spMkLst>
        </pc:spChg>
        <pc:picChg chg="add mod">
          <ac:chgData name="Midhun Eldose" userId="276e0ff496d1bc83" providerId="LiveId" clId="{EBE7DE87-C041-44F4-B6B2-379359185045}" dt="2026-06-16T05:39:01.707" v="2656" actId="1076"/>
          <ac:picMkLst>
            <pc:docMk/>
            <pc:sldMk cId="952362290" sldId="414"/>
            <ac:picMk id="6" creationId="{E3D776CD-955E-A0BC-66F8-BEFAD46EA869}"/>
          </ac:picMkLst>
        </pc:picChg>
      </pc:sldChg>
      <pc:sldChg chg="modSp new mod">
        <pc:chgData name="Midhun Eldose" userId="276e0ff496d1bc83" providerId="LiveId" clId="{EBE7DE87-C041-44F4-B6B2-379359185045}" dt="2026-06-16T05:48:22.947" v="2795" actId="20577"/>
        <pc:sldMkLst>
          <pc:docMk/>
          <pc:sldMk cId="1358949002" sldId="416"/>
        </pc:sldMkLst>
        <pc:spChg chg="mod">
          <ac:chgData name="Midhun Eldose" userId="276e0ff496d1bc83" providerId="LiveId" clId="{EBE7DE87-C041-44F4-B6B2-379359185045}" dt="2026-06-15T15:50:37.594" v="2581" actId="20577"/>
          <ac:spMkLst>
            <pc:docMk/>
            <pc:sldMk cId="1358949002" sldId="416"/>
            <ac:spMk id="2" creationId="{F2F4E63B-CAF1-C1BA-FD7E-1B542C6A2813}"/>
          </ac:spMkLst>
        </pc:spChg>
        <pc:spChg chg="mod">
          <ac:chgData name="Midhun Eldose" userId="276e0ff496d1bc83" providerId="LiveId" clId="{EBE7DE87-C041-44F4-B6B2-379359185045}" dt="2026-06-16T05:48:22.947" v="2795" actId="20577"/>
          <ac:spMkLst>
            <pc:docMk/>
            <pc:sldMk cId="1358949002" sldId="416"/>
            <ac:spMk id="3" creationId="{AD456217-2195-8BD3-56AB-6CE4CA65D18C}"/>
          </ac:spMkLst>
        </pc:spChg>
      </pc:sldChg>
      <pc:sldChg chg="addSp delSp modSp new mod modShow">
        <pc:chgData name="Midhun Eldose" userId="276e0ff496d1bc83" providerId="LiveId" clId="{EBE7DE87-C041-44F4-B6B2-379359185045}" dt="2026-06-16T05:47:43.364" v="2763" actId="729"/>
        <pc:sldMkLst>
          <pc:docMk/>
          <pc:sldMk cId="630439035" sldId="417"/>
        </pc:sldMkLst>
        <pc:spChg chg="del">
          <ac:chgData name="Midhun Eldose" userId="276e0ff496d1bc83" providerId="LiveId" clId="{EBE7DE87-C041-44F4-B6B2-379359185045}" dt="2026-06-15T18:50:16.289" v="2613" actId="931"/>
          <ac:spMkLst>
            <pc:docMk/>
            <pc:sldMk cId="630439035" sldId="417"/>
            <ac:spMk id="3" creationId="{438A6C85-C6B6-AD00-1E18-1962C5411929}"/>
          </ac:spMkLst>
        </pc:spChg>
        <pc:spChg chg="del">
          <ac:chgData name="Midhun Eldose" userId="276e0ff496d1bc83" providerId="LiveId" clId="{EBE7DE87-C041-44F4-B6B2-379359185045}" dt="2026-06-15T18:49:41.823" v="2602"/>
          <ac:spMkLst>
            <pc:docMk/>
            <pc:sldMk cId="630439035" sldId="417"/>
            <ac:spMk id="4" creationId="{00A7AFF1-EF1C-CE8B-605E-CD3A6713BAD8}"/>
          </ac:spMkLst>
        </pc:spChg>
        <pc:spChg chg="add del mod">
          <ac:chgData name="Midhun Eldose" userId="276e0ff496d1bc83" providerId="LiveId" clId="{EBE7DE87-C041-44F4-B6B2-379359185045}" dt="2026-06-15T18:50:20.195" v="2615" actId="478"/>
          <ac:spMkLst>
            <pc:docMk/>
            <pc:sldMk cId="630439035" sldId="417"/>
            <ac:spMk id="8" creationId="{E0F2994A-63C3-DEB7-AA76-569C5CA32EEE}"/>
          </ac:spMkLst>
        </pc:spChg>
        <pc:picChg chg="add del mod ord">
          <ac:chgData name="Midhun Eldose" userId="276e0ff496d1bc83" providerId="LiveId" clId="{EBE7DE87-C041-44F4-B6B2-379359185045}" dt="2026-06-15T18:49:46.054" v="2603" actId="478"/>
          <ac:picMkLst>
            <pc:docMk/>
            <pc:sldMk cId="630439035" sldId="417"/>
            <ac:picMk id="6" creationId="{BE864559-AE38-40C4-3C72-0F39144D00AE}"/>
          </ac:picMkLst>
        </pc:picChg>
        <pc:picChg chg="add del mod ord">
          <ac:chgData name="Midhun Eldose" userId="276e0ff496d1bc83" providerId="LiveId" clId="{EBE7DE87-C041-44F4-B6B2-379359185045}" dt="2026-06-15T18:50:05.377" v="2612" actId="931"/>
          <ac:picMkLst>
            <pc:docMk/>
            <pc:sldMk cId="630439035" sldId="417"/>
            <ac:picMk id="10" creationId="{0C7CFC61-099C-2FC0-9B7A-7306DCC4C1E2}"/>
          </ac:picMkLst>
        </pc:picChg>
        <pc:picChg chg="add mod ord">
          <ac:chgData name="Midhun Eldose" userId="276e0ff496d1bc83" providerId="LiveId" clId="{EBE7DE87-C041-44F4-B6B2-379359185045}" dt="2026-06-15T18:50:27.996" v="2617" actId="1076"/>
          <ac:picMkLst>
            <pc:docMk/>
            <pc:sldMk cId="630439035" sldId="417"/>
            <ac:picMk id="12" creationId="{B140299F-34E0-C83A-7900-F670D1194646}"/>
          </ac:picMkLst>
        </pc:picChg>
      </pc:sldChg>
      <pc:sldChg chg="new del">
        <pc:chgData name="Midhun Eldose" userId="276e0ff496d1bc83" providerId="LiveId" clId="{EBE7DE87-C041-44F4-B6B2-379359185045}" dt="2026-06-15T15:47:19.189" v="2539" actId="2696"/>
        <pc:sldMkLst>
          <pc:docMk/>
          <pc:sldMk cId="2480421532" sldId="417"/>
        </pc:sldMkLst>
      </pc:sldChg>
      <pc:sldChg chg="new del">
        <pc:chgData name="Midhun Eldose" userId="276e0ff496d1bc83" providerId="LiveId" clId="{EBE7DE87-C041-44F4-B6B2-379359185045}" dt="2026-06-15T15:48:40.392" v="2548" actId="2696"/>
        <pc:sldMkLst>
          <pc:docMk/>
          <pc:sldMk cId="4082312362" sldId="417"/>
        </pc:sldMkLst>
      </pc:sldChg>
      <pc:sldChg chg="addSp delSp modSp new del mod ord">
        <pc:chgData name="Midhun Eldose" userId="276e0ff496d1bc83" providerId="LiveId" clId="{EBE7DE87-C041-44F4-B6B2-379359185045}" dt="2026-06-16T05:39:38.940" v="2684" actId="2696"/>
        <pc:sldMkLst>
          <pc:docMk/>
          <pc:sldMk cId="2874885859" sldId="418"/>
        </pc:sldMkLst>
        <pc:spChg chg="mod">
          <ac:chgData name="Midhun Eldose" userId="276e0ff496d1bc83" providerId="LiveId" clId="{EBE7DE87-C041-44F4-B6B2-379359185045}" dt="2026-06-15T18:51:08.524" v="2631" actId="20577"/>
          <ac:spMkLst>
            <pc:docMk/>
            <pc:sldMk cId="2874885859" sldId="418"/>
            <ac:spMk id="2" creationId="{F827C30D-B728-ADFD-B0B3-53EE23947B61}"/>
          </ac:spMkLst>
        </pc:spChg>
        <pc:spChg chg="del">
          <ac:chgData name="Midhun Eldose" userId="276e0ff496d1bc83" providerId="LiveId" clId="{EBE7DE87-C041-44F4-B6B2-379359185045}" dt="2026-06-15T18:51:01.096" v="2619" actId="931"/>
          <ac:spMkLst>
            <pc:docMk/>
            <pc:sldMk cId="2874885859" sldId="418"/>
            <ac:spMk id="3" creationId="{B8146380-9DD0-1436-06C6-09403FF93906}"/>
          </ac:spMkLst>
        </pc:spChg>
        <pc:spChg chg="del">
          <ac:chgData name="Midhun Eldose" userId="276e0ff496d1bc83" providerId="LiveId" clId="{EBE7DE87-C041-44F4-B6B2-379359185045}" dt="2026-06-15T18:51:04.779" v="2621" actId="478"/>
          <ac:spMkLst>
            <pc:docMk/>
            <pc:sldMk cId="2874885859" sldId="418"/>
            <ac:spMk id="4" creationId="{3B73F9C6-6736-1F7C-29C0-242DCE66A4E9}"/>
          </ac:spMkLst>
        </pc:spChg>
        <pc:spChg chg="add mod">
          <ac:chgData name="Midhun Eldose" userId="276e0ff496d1bc83" providerId="LiveId" clId="{EBE7DE87-C041-44F4-B6B2-379359185045}" dt="2026-06-16T05:38:54.906" v="2654" actId="21"/>
          <ac:spMkLst>
            <pc:docMk/>
            <pc:sldMk cId="2874885859" sldId="418"/>
            <ac:spMk id="4" creationId="{C14FBB40-85A6-9475-D647-810A6EBAD100}"/>
          </ac:spMkLst>
        </pc:spChg>
        <pc:picChg chg="add del mod ord">
          <ac:chgData name="Midhun Eldose" userId="276e0ff496d1bc83" providerId="LiveId" clId="{EBE7DE87-C041-44F4-B6B2-379359185045}" dt="2026-06-16T05:38:54.906" v="2654" actId="21"/>
          <ac:picMkLst>
            <pc:docMk/>
            <pc:sldMk cId="2874885859" sldId="418"/>
            <ac:picMk id="6" creationId="{E3D776CD-955E-A0BC-66F8-BEFAD46EA869}"/>
          </ac:picMkLst>
        </pc:picChg>
      </pc:sldChg>
      <pc:sldChg chg="modSp add del mod modShow">
        <pc:chgData name="Midhun Eldose" userId="276e0ff496d1bc83" providerId="LiveId" clId="{EBE7DE87-C041-44F4-B6B2-379359185045}" dt="2026-06-15T15:49:22.614" v="2574" actId="2696"/>
        <pc:sldMkLst>
          <pc:docMk/>
          <pc:sldMk cId="3954369140" sldId="418"/>
        </pc:sldMkLst>
        <pc:spChg chg="mod">
          <ac:chgData name="Midhun Eldose" userId="276e0ff496d1bc83" providerId="LiveId" clId="{EBE7DE87-C041-44F4-B6B2-379359185045}" dt="2026-06-15T15:49:10.635" v="2573" actId="20577"/>
          <ac:spMkLst>
            <pc:docMk/>
            <pc:sldMk cId="3954369140" sldId="418"/>
            <ac:spMk id="6" creationId="{C478FD7A-4286-28F1-1A2F-B072EE074B98}"/>
          </ac:spMkLst>
        </pc:spChg>
      </pc:sldChg>
      <pc:sldChg chg="addSp delSp modSp new mod">
        <pc:chgData name="Midhun Eldose" userId="276e0ff496d1bc83" providerId="LiveId" clId="{EBE7DE87-C041-44F4-B6B2-379359185045}" dt="2026-06-16T05:59:39.210" v="3000" actId="1582"/>
        <pc:sldMkLst>
          <pc:docMk/>
          <pc:sldMk cId="2189293184" sldId="419"/>
        </pc:sldMkLst>
        <pc:spChg chg="del">
          <ac:chgData name="Midhun Eldose" userId="276e0ff496d1bc83" providerId="LiveId" clId="{EBE7DE87-C041-44F4-B6B2-379359185045}" dt="2026-06-16T05:33:19.199" v="2644" actId="478"/>
          <ac:spMkLst>
            <pc:docMk/>
            <pc:sldMk cId="2189293184" sldId="419"/>
            <ac:spMk id="2" creationId="{0E958F10-0EEA-AC58-929F-654F72EFB9FD}"/>
          </ac:spMkLst>
        </pc:spChg>
        <pc:spChg chg="del">
          <ac:chgData name="Midhun Eldose" userId="276e0ff496d1bc83" providerId="LiveId" clId="{EBE7DE87-C041-44F4-B6B2-379359185045}" dt="2026-06-16T05:33:10.454" v="2641" actId="931"/>
          <ac:spMkLst>
            <pc:docMk/>
            <pc:sldMk cId="2189293184" sldId="419"/>
            <ac:spMk id="3" creationId="{0E6888D2-3DDE-4401-D4AA-8C4DFB66EA59}"/>
          </ac:spMkLst>
        </pc:spChg>
        <pc:spChg chg="del">
          <ac:chgData name="Midhun Eldose" userId="276e0ff496d1bc83" providerId="LiveId" clId="{EBE7DE87-C041-44F4-B6B2-379359185045}" dt="2026-06-16T05:32:58.735" v="2639"/>
          <ac:spMkLst>
            <pc:docMk/>
            <pc:sldMk cId="2189293184" sldId="419"/>
            <ac:spMk id="4" creationId="{501C6F7C-30C9-8BFA-63D8-A6ED917295A3}"/>
          </ac:spMkLst>
        </pc:spChg>
        <pc:spChg chg="add del mod">
          <ac:chgData name="Midhun Eldose" userId="276e0ff496d1bc83" providerId="LiveId" clId="{EBE7DE87-C041-44F4-B6B2-379359185045}" dt="2026-06-16T05:33:14.868" v="2642" actId="478"/>
          <ac:spMkLst>
            <pc:docMk/>
            <pc:sldMk cId="2189293184" sldId="419"/>
            <ac:spMk id="8" creationId="{EDC8AC92-378C-45C0-0BDC-DAB0D81AD960}"/>
          </ac:spMkLst>
        </pc:spChg>
        <pc:spChg chg="add mod">
          <ac:chgData name="Midhun Eldose" userId="276e0ff496d1bc83" providerId="LiveId" clId="{EBE7DE87-C041-44F4-B6B2-379359185045}" dt="2026-06-16T05:51:40.035" v="2901" actId="20577"/>
          <ac:spMkLst>
            <pc:docMk/>
            <pc:sldMk cId="2189293184" sldId="419"/>
            <ac:spMk id="11" creationId="{182E64BA-B0C1-C71C-C871-CC9AD13E1E9F}"/>
          </ac:spMkLst>
        </pc:spChg>
        <pc:spChg chg="add">
          <ac:chgData name="Midhun Eldose" userId="276e0ff496d1bc83" providerId="LiveId" clId="{EBE7DE87-C041-44F4-B6B2-379359185045}" dt="2026-06-16T05:57:03.425" v="2980"/>
          <ac:spMkLst>
            <pc:docMk/>
            <pc:sldMk cId="2189293184" sldId="419"/>
            <ac:spMk id="13" creationId="{5361A40C-49F5-AC92-160C-E73D2182A2E9}"/>
          </ac:spMkLst>
        </pc:spChg>
        <pc:spChg chg="add mod">
          <ac:chgData name="Midhun Eldose" userId="276e0ff496d1bc83" providerId="LiveId" clId="{EBE7DE87-C041-44F4-B6B2-379359185045}" dt="2026-06-16T05:59:39.210" v="3000" actId="1582"/>
          <ac:spMkLst>
            <pc:docMk/>
            <pc:sldMk cId="2189293184" sldId="419"/>
            <ac:spMk id="18" creationId="{97FCEBD6-92C4-CA29-934D-EC65E100B95C}"/>
          </ac:spMkLst>
        </pc:spChg>
        <pc:picChg chg="add del mod ord">
          <ac:chgData name="Midhun Eldose" userId="276e0ff496d1bc83" providerId="LiveId" clId="{EBE7DE87-C041-44F4-B6B2-379359185045}" dt="2026-06-16T05:33:02.802" v="2640" actId="478"/>
          <ac:picMkLst>
            <pc:docMk/>
            <pc:sldMk cId="2189293184" sldId="419"/>
            <ac:picMk id="6" creationId="{179166D0-90D3-43B6-B49D-94B76CC83C91}"/>
          </ac:picMkLst>
        </pc:picChg>
        <pc:picChg chg="add mod ord modCrop">
          <ac:chgData name="Midhun Eldose" userId="276e0ff496d1bc83" providerId="LiveId" clId="{EBE7DE87-C041-44F4-B6B2-379359185045}" dt="2026-06-16T05:44:18.211" v="2724" actId="1076"/>
          <ac:picMkLst>
            <pc:docMk/>
            <pc:sldMk cId="2189293184" sldId="419"/>
            <ac:picMk id="10" creationId="{E0DD3713-0457-BA5F-6376-DDF6417BC573}"/>
          </ac:picMkLst>
        </pc:picChg>
        <pc:picChg chg="add del mod">
          <ac:chgData name="Midhun Eldose" userId="276e0ff496d1bc83" providerId="LiveId" clId="{EBE7DE87-C041-44F4-B6B2-379359185045}" dt="2026-06-16T05:57:55.482" v="2985" actId="478"/>
          <ac:picMkLst>
            <pc:docMk/>
            <pc:sldMk cId="2189293184" sldId="419"/>
            <ac:picMk id="15" creationId="{5AFF7906-91DF-93C9-898F-178F5DDB7D44}"/>
          </ac:picMkLst>
        </pc:picChg>
        <pc:picChg chg="add mod modCrop">
          <ac:chgData name="Midhun Eldose" userId="276e0ff496d1bc83" providerId="LiveId" clId="{EBE7DE87-C041-44F4-B6B2-379359185045}" dt="2026-06-16T05:59:03.897" v="2993" actId="1076"/>
          <ac:picMkLst>
            <pc:docMk/>
            <pc:sldMk cId="2189293184" sldId="419"/>
            <ac:picMk id="17" creationId="{E165E358-2DCC-1613-28AB-83B933CD4762}"/>
          </ac:picMkLst>
        </pc:picChg>
      </pc:sldChg>
      <pc:sldChg chg="modSp add mod">
        <pc:chgData name="Midhun Eldose" userId="276e0ff496d1bc83" providerId="LiveId" clId="{EBE7DE87-C041-44F4-B6B2-379359185045}" dt="2026-06-16T13:23:28.291" v="3219" actId="20577"/>
        <pc:sldMkLst>
          <pc:docMk/>
          <pc:sldMk cId="4102906902" sldId="420"/>
        </pc:sldMkLst>
        <pc:spChg chg="mod">
          <ac:chgData name="Midhun Eldose" userId="276e0ff496d1bc83" providerId="LiveId" clId="{EBE7DE87-C041-44F4-B6B2-379359185045}" dt="2026-06-16T13:23:00.071" v="3169" actId="20577"/>
          <ac:spMkLst>
            <pc:docMk/>
            <pc:sldMk cId="4102906902" sldId="420"/>
            <ac:spMk id="2" creationId="{15413C9E-3786-D397-A2A9-5EE31B5220AF}"/>
          </ac:spMkLst>
        </pc:spChg>
        <pc:spChg chg="mod">
          <ac:chgData name="Midhun Eldose" userId="276e0ff496d1bc83" providerId="LiveId" clId="{EBE7DE87-C041-44F4-B6B2-379359185045}" dt="2026-06-16T13:23:28.291" v="3219" actId="20577"/>
          <ac:spMkLst>
            <pc:docMk/>
            <pc:sldMk cId="4102906902" sldId="420"/>
            <ac:spMk id="3" creationId="{B1A876D7-CC24-7062-B4D1-67AA66BE64C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D626C6-69D6-41F5-9210-4551A7F74285}" type="datetimeFigureOut">
              <a:rPr lang="en-GB" smtClean="0"/>
              <a:t>06/09/2026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747CD-7FEE-4FE1-9DC9-E85BA0CF4C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89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747CD-7FEE-4FE1-9DC9-E85BA0CF4CE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0174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747CD-7FEE-4FE1-9DC9-E85BA0CF4CEB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8232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747CD-7FEE-4FE1-9DC9-E85BA0CF4CEB}" type="slidenum">
              <a:rPr lang="en-GB" smtClean="0"/>
              <a:t>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3320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174C35-7FDB-BB91-82F8-FB02EB059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3436" y="1134442"/>
            <a:ext cx="8625037" cy="230892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6D2C720-ED91-9F73-692B-B66013DFC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3436" y="3610415"/>
            <a:ext cx="8625037" cy="160120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DE88287-0E93-39B8-918C-AF8556423FEC}"/>
              </a:ext>
            </a:extLst>
          </p:cNvPr>
          <p:cNvSpPr/>
          <p:nvPr userDrawn="1"/>
        </p:nvSpPr>
        <p:spPr>
          <a:xfrm>
            <a:off x="557048" y="-1"/>
            <a:ext cx="11672551" cy="6858001"/>
          </a:xfrm>
          <a:prstGeom prst="rect">
            <a:avLst/>
          </a:prstGeom>
          <a:solidFill>
            <a:srgbClr val="1D1E1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winkliges Dreieck 7">
            <a:extLst>
              <a:ext uri="{FF2B5EF4-FFF2-40B4-BE49-F238E27FC236}">
                <a16:creationId xmlns:a16="http://schemas.microsoft.com/office/drawing/2014/main" id="{63189508-4F81-18AE-CA12-3C95735B820E}"/>
              </a:ext>
            </a:extLst>
          </p:cNvPr>
          <p:cNvSpPr/>
          <p:nvPr userDrawn="1"/>
        </p:nvSpPr>
        <p:spPr>
          <a:xfrm flipH="1">
            <a:off x="7063339" y="-1"/>
            <a:ext cx="5328357" cy="6858001"/>
          </a:xfrm>
          <a:prstGeom prst="rtTriangle">
            <a:avLst/>
          </a:prstGeom>
          <a:gradFill flip="none" rotWithShape="0">
            <a:gsLst>
              <a:gs pos="0">
                <a:srgbClr val="FB1A62"/>
              </a:gs>
              <a:gs pos="56000">
                <a:srgbClr val="FA19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2700000" scaled="1"/>
            <a:tileRect/>
          </a:gradFill>
          <a:ln>
            <a:solidFill>
              <a:srgbClr val="FB1A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6A0EC1E-852C-532A-A4F2-1B1FCF62B24E}"/>
              </a:ext>
            </a:extLst>
          </p:cNvPr>
          <p:cNvSpPr/>
          <p:nvPr userDrawn="1"/>
        </p:nvSpPr>
        <p:spPr>
          <a:xfrm>
            <a:off x="5609424" y="3069240"/>
            <a:ext cx="2246374" cy="2720292"/>
          </a:xfrm>
          <a:prstGeom prst="roundRect">
            <a:avLst/>
          </a:prstGeom>
          <a:blipFill dpi="0" rotWithShape="1">
            <a:blip r:embed="rId2"/>
            <a:srcRect/>
            <a:stretch>
              <a:fillRect l="-3000" r="-33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E4AD166-3A37-F926-6276-F7DD8FF8FB17}"/>
              </a:ext>
            </a:extLst>
          </p:cNvPr>
          <p:cNvSpPr/>
          <p:nvPr userDrawn="1"/>
        </p:nvSpPr>
        <p:spPr>
          <a:xfrm>
            <a:off x="-5051" y="-1"/>
            <a:ext cx="6550567" cy="6858001"/>
          </a:xfrm>
          <a:prstGeom prst="rect">
            <a:avLst/>
          </a:prstGeom>
          <a:solidFill>
            <a:srgbClr val="282A2E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BAB4807-8614-CE8C-21C5-AE689AA8C40C}"/>
              </a:ext>
            </a:extLst>
          </p:cNvPr>
          <p:cNvSpPr txBox="1">
            <a:spLocks/>
          </p:cNvSpPr>
          <p:nvPr userDrawn="1"/>
        </p:nvSpPr>
        <p:spPr>
          <a:xfrm>
            <a:off x="-104198" y="4238707"/>
            <a:ext cx="6550567" cy="4238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b="1">
                <a:solidFill>
                  <a:srgbClr val="D9096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Roboter-Potential-Analyse</a:t>
            </a:r>
          </a:p>
        </p:txBody>
      </p:sp>
      <p:pic>
        <p:nvPicPr>
          <p:cNvPr id="13" name="Grafik 12" descr="Ein Bild, das Symbol, Schrift, Grafiken, Text enthält.  Automatisch generierte Beschreibung">
            <a:extLst>
              <a:ext uri="{FF2B5EF4-FFF2-40B4-BE49-F238E27FC236}">
                <a16:creationId xmlns:a16="http://schemas.microsoft.com/office/drawing/2014/main" id="{A6DA24F0-6604-239A-E40F-1C0531F7AE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203" y="5955083"/>
            <a:ext cx="870810" cy="786713"/>
          </a:xfrm>
          <a:prstGeom prst="rect">
            <a:avLst/>
          </a:prstGeom>
        </p:spPr>
      </p:pic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9F7A04FE-4364-F265-3DFB-1536B5681921}"/>
              </a:ext>
            </a:extLst>
          </p:cNvPr>
          <p:cNvSpPr/>
          <p:nvPr userDrawn="1"/>
        </p:nvSpPr>
        <p:spPr>
          <a:xfrm>
            <a:off x="6720048" y="357096"/>
            <a:ext cx="2831129" cy="2545097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77362DE9-F5D3-E529-2091-D7B03874CF34}"/>
              </a:ext>
            </a:extLst>
          </p:cNvPr>
          <p:cNvSpPr/>
          <p:nvPr userDrawn="1"/>
        </p:nvSpPr>
        <p:spPr>
          <a:xfrm>
            <a:off x="9726982" y="377434"/>
            <a:ext cx="2465018" cy="2545097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E4CDF83D-2E20-E8CA-E095-AC3E3BFC196E}"/>
              </a:ext>
            </a:extLst>
          </p:cNvPr>
          <p:cNvSpPr/>
          <p:nvPr userDrawn="1"/>
        </p:nvSpPr>
        <p:spPr>
          <a:xfrm>
            <a:off x="8041752" y="3069240"/>
            <a:ext cx="2586721" cy="2720292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blipFill>
                <a:blip r:embed="rId6"/>
                <a:stretch>
                  <a:fillRect/>
                </a:stretch>
              </a:blipFill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3B3EF718-F394-D1D6-AD3A-A8A65C21C02C}"/>
              </a:ext>
            </a:extLst>
          </p:cNvPr>
          <p:cNvSpPr/>
          <p:nvPr userDrawn="1"/>
        </p:nvSpPr>
        <p:spPr>
          <a:xfrm>
            <a:off x="10787495" y="3090506"/>
            <a:ext cx="2831129" cy="2720292"/>
          </a:xfrm>
          <a:prstGeom prst="roundRect">
            <a:avLst/>
          </a:prstGeom>
          <a:blipFill dpi="0" rotWithShape="1">
            <a:blip r:embed="rId7"/>
            <a:srcRect/>
            <a:stretch>
              <a:fillRect l="-22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AutoShape 2">
            <a:extLst>
              <a:ext uri="{FF2B5EF4-FFF2-40B4-BE49-F238E27FC236}">
                <a16:creationId xmlns:a16="http://schemas.microsoft.com/office/drawing/2014/main" id="{716F0882-FCF5-8CDB-BB97-BA474F7EB659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34632" y="3359105"/>
            <a:ext cx="301875" cy="30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5B18F83-6B39-7343-1789-0A82774BDDE3}"/>
              </a:ext>
            </a:extLst>
          </p:cNvPr>
          <p:cNvSpPr txBox="1"/>
          <p:nvPr userDrawn="1"/>
        </p:nvSpPr>
        <p:spPr>
          <a:xfrm>
            <a:off x="7581741" y="6463989"/>
            <a:ext cx="296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>
                <a:latin typeface="Roboto" panose="02000000000000000000" pitchFamily="2" charset="0"/>
                <a:ea typeface="Roboto" panose="02000000000000000000" pitchFamily="2" charset="0"/>
              </a:rPr>
              <a:t>www.ef-robotics.de</a:t>
            </a:r>
          </a:p>
        </p:txBody>
      </p:sp>
      <p:sp>
        <p:nvSpPr>
          <p:cNvPr id="20" name="Untertitel 2">
            <a:extLst>
              <a:ext uri="{FF2B5EF4-FFF2-40B4-BE49-F238E27FC236}">
                <a16:creationId xmlns:a16="http://schemas.microsoft.com/office/drawing/2014/main" id="{F4436904-CA22-EA33-D85A-6AB37E71C729}"/>
              </a:ext>
            </a:extLst>
          </p:cNvPr>
          <p:cNvSpPr txBox="1">
            <a:spLocks/>
          </p:cNvSpPr>
          <p:nvPr userDrawn="1"/>
        </p:nvSpPr>
        <p:spPr>
          <a:xfrm>
            <a:off x="-24085" y="4156594"/>
            <a:ext cx="6545394" cy="423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b="1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E22A7A8-67CD-B8FD-F12E-78B06745B7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712721"/>
            <a:ext cx="6521450" cy="1071753"/>
          </a:xfrm>
        </p:spPr>
        <p:txBody>
          <a:bodyPr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94261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5C29434-5514-33E7-9C8D-8D311FA36ECC}"/>
              </a:ext>
            </a:extLst>
          </p:cNvPr>
          <p:cNvSpPr/>
          <p:nvPr userDrawn="1"/>
        </p:nvSpPr>
        <p:spPr>
          <a:xfrm>
            <a:off x="6684963" y="-1"/>
            <a:ext cx="5754449" cy="6858001"/>
          </a:xfrm>
          <a:prstGeom prst="rect">
            <a:avLst/>
          </a:prstGeom>
          <a:solidFill>
            <a:srgbClr val="1D1E1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54AF682-4566-28BF-928B-239B2EF38C19}"/>
              </a:ext>
            </a:extLst>
          </p:cNvPr>
          <p:cNvSpPr/>
          <p:nvPr userDrawn="1"/>
        </p:nvSpPr>
        <p:spPr>
          <a:xfrm>
            <a:off x="-5050" y="-1"/>
            <a:ext cx="6690014" cy="6858001"/>
          </a:xfrm>
          <a:prstGeom prst="rect">
            <a:avLst/>
          </a:prstGeom>
          <a:solidFill>
            <a:srgbClr val="282A2E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3AA33DE-4979-35B4-61E1-24B59F3A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946"/>
            <a:ext cx="5562987" cy="878066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9936F0-5BB2-26B7-3653-9C4D5FE3F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511"/>
            <a:ext cx="5562987" cy="428367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86CEC3-CD5E-7B98-43E2-29E863286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06.09.26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B38E75-7E8A-84CD-3602-DB03CF29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‹#›</a:t>
            </a:fld>
            <a:endParaRPr lang="de-DE"/>
          </a:p>
        </p:txBody>
      </p:sp>
      <p:sp>
        <p:nvSpPr>
          <p:cNvPr id="10" name="Rechtwinkliges Dreieck 9">
            <a:extLst>
              <a:ext uri="{FF2B5EF4-FFF2-40B4-BE49-F238E27FC236}">
                <a16:creationId xmlns:a16="http://schemas.microsoft.com/office/drawing/2014/main" id="{A8F89473-4375-7F44-223E-D8783992E43E}"/>
              </a:ext>
            </a:extLst>
          </p:cNvPr>
          <p:cNvSpPr/>
          <p:nvPr userDrawn="1"/>
        </p:nvSpPr>
        <p:spPr>
          <a:xfrm flipH="1">
            <a:off x="7063339" y="-1"/>
            <a:ext cx="5328357" cy="6858001"/>
          </a:xfrm>
          <a:prstGeom prst="rtTriangle">
            <a:avLst/>
          </a:prstGeom>
          <a:gradFill flip="none" rotWithShape="0">
            <a:gsLst>
              <a:gs pos="0">
                <a:srgbClr val="FB1A62"/>
              </a:gs>
              <a:gs pos="56000">
                <a:srgbClr val="FA19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2700000" scaled="1"/>
            <a:tileRect/>
          </a:gradFill>
          <a:ln>
            <a:solidFill>
              <a:srgbClr val="FB1A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4" name="Grafik 13" descr="Ein Bild, das Symbol, Schrift, Grafiken, Text enthält.  Automatisch generierte Beschreibung">
            <a:extLst>
              <a:ext uri="{FF2B5EF4-FFF2-40B4-BE49-F238E27FC236}">
                <a16:creationId xmlns:a16="http://schemas.microsoft.com/office/drawing/2014/main" id="{08F6E060-7BAE-CEC9-290E-4099EF7329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203" y="5955083"/>
            <a:ext cx="870810" cy="786713"/>
          </a:xfrm>
          <a:prstGeom prst="rect">
            <a:avLst/>
          </a:prstGeom>
        </p:spPr>
      </p:pic>
      <p:sp>
        <p:nvSpPr>
          <p:cNvPr id="19" name="AutoShape 2">
            <a:extLst>
              <a:ext uri="{FF2B5EF4-FFF2-40B4-BE49-F238E27FC236}">
                <a16:creationId xmlns:a16="http://schemas.microsoft.com/office/drawing/2014/main" id="{6A570CEE-B803-E72C-444F-0CCFA366FA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34632" y="3359105"/>
            <a:ext cx="301875" cy="30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67D10AD-E425-71DC-76CE-576F345F7DFE}"/>
              </a:ext>
            </a:extLst>
          </p:cNvPr>
          <p:cNvSpPr txBox="1"/>
          <p:nvPr userDrawn="1"/>
        </p:nvSpPr>
        <p:spPr>
          <a:xfrm>
            <a:off x="7581741" y="6463989"/>
            <a:ext cx="296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>
                <a:latin typeface="Roboto" panose="02000000000000000000" pitchFamily="2" charset="0"/>
                <a:ea typeface="Roboto" panose="02000000000000000000" pitchFamily="2" charset="0"/>
              </a:rPr>
              <a:t>www.ef-robotics.de</a:t>
            </a:r>
          </a:p>
        </p:txBody>
      </p:sp>
      <p:sp>
        <p:nvSpPr>
          <p:cNvPr id="21" name="Untertitel 2">
            <a:extLst>
              <a:ext uri="{FF2B5EF4-FFF2-40B4-BE49-F238E27FC236}">
                <a16:creationId xmlns:a16="http://schemas.microsoft.com/office/drawing/2014/main" id="{71BC3B6C-0427-AEE1-A7A7-52EC522EBBEB}"/>
              </a:ext>
            </a:extLst>
          </p:cNvPr>
          <p:cNvSpPr txBox="1">
            <a:spLocks/>
          </p:cNvSpPr>
          <p:nvPr userDrawn="1"/>
        </p:nvSpPr>
        <p:spPr>
          <a:xfrm>
            <a:off x="-24085" y="4156594"/>
            <a:ext cx="6545394" cy="423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b="1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4" name="Bildplatzhalter 23">
            <a:extLst>
              <a:ext uri="{FF2B5EF4-FFF2-40B4-BE49-F238E27FC236}">
                <a16:creationId xmlns:a16="http://schemas.microsoft.com/office/drawing/2014/main" id="{D63CC2FD-26D6-5FDE-B15F-E95DC14F41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99684" y="451945"/>
            <a:ext cx="5139916" cy="5366243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23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7FC8A6-31C1-8CA8-0B26-22244455C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00B1F0-73E0-AA03-3912-5AACC5D82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B125F0-445E-68BA-600D-66FF2B776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06.09.26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F6F0F0-F890-E52D-29D5-EE8FD0510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D4D990-4D87-B964-A5B0-3796CD510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182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CAA2D9-3F95-2B45-6A8B-ADE8C3C90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E6E88B-B5D7-AA42-AA0C-17B533E91E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24F2245-D256-493F-3001-F9FEDC366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E77E9E3-ADF5-CF44-BD82-4B5CD847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06.09.26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4CF7593-D3DC-477E-96E0-F8AE509F1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668076-276F-448D-7E56-2488B6F6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2680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BFCFD4-2344-BAFD-C71E-81E07A0B7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B10FEF1-C076-E1B4-5466-0799420E6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7B6203D-DDA7-345D-6718-4E7B1C530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670DDB8-3435-C449-6514-F4FD30F4CF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2EA8B5D-576F-52DA-2E06-07FA66A360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740C192-6493-937A-E1A7-4AC898A40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06.09.26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F2D3025-4C40-71F0-C136-0C01CCC29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DC22DF8-7DB8-A88E-198A-2C3872C31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9301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122CB0-565F-6B79-79FA-264304567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C56AF3-6C88-B0C9-153A-AE301ED80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06.09.26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8A58577-1551-42DF-3343-DCD1AE0C2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FFF5D3-583E-0580-105C-E9BDA64C2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2069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2C8B202-34E0-B70D-539B-56ECCE0C6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06.09.26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538E195-F527-E3EE-EA2E-E18C80D55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CD99A6-59A0-85EF-A5D8-E2BE7E8E8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824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A85B8D-6095-1C20-C825-3357CDE14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789CB9-584F-AB7F-6BAB-E3DDA0D19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14CF95E-BADA-7F6D-476A-DAC6CEEEC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29122EB-0B5A-258E-3CA9-79A830DB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06.09.26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E303DF-BFA5-A4F4-D0A5-002C78236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43ED301-798A-C4CA-600B-FAAAEBEDB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3354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D69862-D0EE-B148-F264-F46C38942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845EDAF-FF4A-6185-414B-5B1F581A41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9B7EEAC-191C-5E06-AA0B-A6A740AC2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E8D56E2-3DFE-13FE-D3B8-A74345BDD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06.09.26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C20674A-AE4F-A1E9-8DAC-CACAAC997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E440943-DACB-4B6F-0C38-F837E8DCE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013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71FB8-1E20-26E2-9B03-AD078F9C2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0805EE5-5D39-A4A4-98A1-51F2C8524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A449B3-6AEF-4406-1C7D-98FC9F4C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06.09.26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174E01-2AE6-4669-EFD4-A14A36AE6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A4F85F-9E86-898F-5398-6EB69590A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6751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4C58488-98F5-3BFD-C6EF-183F777284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9F3DB59-B74F-B226-22D7-4AB39201C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481213-398D-CEC7-D082-8035B1971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06.09.26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B71EAA-6ED4-CCA3-0ACA-5DD18890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E1C6FE-5D82-8D49-FDE3-9AF6F24D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9328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81231FA-5C1D-C1C1-233E-42489A9FC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785687-1EF5-457B-72B3-15F50B7E8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781CE5-18E6-B38C-7F35-6CC37AC35F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552704-49FC-4C1E-8A13-0C957A174B8A}" type="datetimeFigureOut">
              <a:rPr lang="de-DE" smtClean="0"/>
              <a:t>06.09.26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49E698-6194-751D-AB14-7E8E2E87AF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F93E3C-D90E-884C-1B1A-012EEF57D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195AE-F16F-4614-8051-3AEC9330D9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6273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youtube.com/watch?v=mUmlv814aJo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1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ithub.com/EF-Robotics-Humanoid-Academy/ef_ws/blob/main/g1/ros_envs/foxy/summary.md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support.unitree.com/home/en/G1_developer/rpc_routin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EF-Robotics-Humanoid-Academy/ef_ws/blob/main/g1/dev/old_scripts/navigation/slam/slam_livox_doc.md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D6292-771A-4A1E-6876-8709E6AEE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">
            <a:extLst>
              <a:ext uri="{FF2B5EF4-FFF2-40B4-BE49-F238E27FC236}">
                <a16:creationId xmlns:a16="http://schemas.microsoft.com/office/drawing/2014/main" id="{138A959C-19B3-D920-FE06-C273AA3D9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433147"/>
            <a:ext cx="5918199" cy="878066"/>
          </a:xfrm>
        </p:spPr>
        <p:txBody>
          <a:bodyPr>
            <a:noAutofit/>
          </a:bodyPr>
          <a:lstStyle/>
          <a:p>
            <a:pPr algn="ctr"/>
            <a:r>
              <a:rPr lang="de-DE" sz="7000" dirty="0"/>
              <a:t>Humanoid Academy</a:t>
            </a:r>
            <a:br>
              <a:rPr lang="de-DE" sz="7000" dirty="0">
                <a:cs typeface="Roboto"/>
              </a:rPr>
            </a:br>
            <a:endParaRPr lang="de-DE" sz="7000" dirty="0">
              <a:solidFill>
                <a:srgbClr val="FB1A62"/>
              </a:solidFill>
            </a:endParaRPr>
          </a:p>
        </p:txBody>
      </p:sp>
      <p:pic>
        <p:nvPicPr>
          <p:cNvPr id="4" name="Picture Placeholder 6">
            <a:extLst>
              <a:ext uri="{FF2B5EF4-FFF2-40B4-BE49-F238E27FC236}">
                <a16:creationId xmlns:a16="http://schemas.microsoft.com/office/drawing/2014/main" id="{F854F072-421D-F6D1-AF56-4FA84F7FC0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982006" y="1045104"/>
            <a:ext cx="5140325" cy="536575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7DE17206-38A8-2208-FE79-EA0D1AB0E6DD}"/>
              </a:ext>
            </a:extLst>
          </p:cNvPr>
          <p:cNvSpPr txBox="1"/>
          <p:nvPr/>
        </p:nvSpPr>
        <p:spPr>
          <a:xfrm>
            <a:off x="527050" y="4188366"/>
            <a:ext cx="6235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dirty="0">
                <a:solidFill>
                  <a:srgbClr val="FB1A62"/>
                </a:solidFill>
                <a:latin typeface="Roboto"/>
                <a:ea typeface="Roboto"/>
                <a:cs typeface="Roboto"/>
              </a:rPr>
              <a:t>Tag 2: </a:t>
            </a:r>
            <a:r>
              <a:rPr lang="de-DE" sz="3600" dirty="0" err="1">
                <a:solidFill>
                  <a:srgbClr val="FB1A62"/>
                </a:solidFill>
                <a:latin typeface="Roboto"/>
                <a:ea typeface="Roboto"/>
                <a:cs typeface="Roboto"/>
              </a:rPr>
              <a:t>Lococlient</a:t>
            </a:r>
            <a:r>
              <a:rPr lang="de-DE" sz="3600" dirty="0">
                <a:solidFill>
                  <a:srgbClr val="FB1A62"/>
                </a:solidFill>
                <a:latin typeface="Roboto"/>
                <a:ea typeface="Roboto"/>
                <a:cs typeface="Roboto"/>
              </a:rPr>
              <a:t>, SLAM​</a:t>
            </a:r>
            <a:endParaRPr lang="de-DE" sz="3600" dirty="0"/>
          </a:p>
        </p:txBody>
      </p:sp>
    </p:spTree>
    <p:extLst>
      <p:ext uri="{BB962C8B-B14F-4D97-AF65-F5344CB8AC3E}">
        <p14:creationId xmlns:p14="http://schemas.microsoft.com/office/powerpoint/2010/main" val="4261393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412589-CE73-48FA-FBFB-5D1C34614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Unitree Martial Arts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FD5A5E-9659-8B2F-F5AD-D6C18157E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hlinkClick r:id="rId2"/>
              </a:rPr>
              <a:t>https://youtu.be/mUmlv814aJo</a:t>
            </a:r>
            <a:endParaRPr lang="de-DE" dirty="0"/>
          </a:p>
        </p:txBody>
      </p:sp>
      <p:pic>
        <p:nvPicPr>
          <p:cNvPr id="4" name="Picture Placeholder 7">
            <a:extLst>
              <a:ext uri="{FF2B5EF4-FFF2-40B4-BE49-F238E27FC236}">
                <a16:creationId xmlns:a16="http://schemas.microsoft.com/office/drawing/2014/main" id="{7E12BD83-B07C-2242-6A55-10F441BD06E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933141" y="907565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154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icrosoftTeams-video (12)">
            <a:hlinkClick r:id="" action="ppaction://media"/>
            <a:extLst>
              <a:ext uri="{FF2B5EF4-FFF2-40B4-BE49-F238E27FC236}">
                <a16:creationId xmlns:a16="http://schemas.microsoft.com/office/drawing/2014/main" id="{D052F047-2F35-F5FE-535C-0F61C7B97605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479771" y="373345"/>
            <a:ext cx="3447521" cy="6111309"/>
          </a:xfrm>
        </p:spPr>
      </p:pic>
      <p:pic>
        <p:nvPicPr>
          <p:cNvPr id="6" name="MicrosoftTeams-video (13)">
            <a:hlinkClick r:id="" action="ppaction://media"/>
            <a:extLst>
              <a:ext uri="{FF2B5EF4-FFF2-40B4-BE49-F238E27FC236}">
                <a16:creationId xmlns:a16="http://schemas.microsoft.com/office/drawing/2014/main" id="{B95AC7DB-31DA-B0B1-4950-5565DDA65D48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68400" y="184512"/>
            <a:ext cx="3543830" cy="630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5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2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03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A7649-6D90-14F4-1574-8C1788334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962ECC-7F5A-B2EA-B3AB-BB43112AF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504981"/>
            <a:ext cx="6604000" cy="878066"/>
          </a:xfrm>
        </p:spPr>
        <p:txBody>
          <a:bodyPr>
            <a:normAutofit fontScale="90000"/>
          </a:bodyPr>
          <a:lstStyle/>
          <a:p>
            <a:pPr algn="ctr"/>
            <a:r>
              <a:rPr dirty="0" err="1"/>
              <a:t>Zeitplan</a:t>
            </a:r>
            <a:br>
              <a:rPr dirty="0"/>
            </a:br>
            <a:r>
              <a:rPr dirty="0"/>
              <a:t>Tag 2</a:t>
            </a:r>
            <a:endParaRPr lang="de-DE" sz="4000" dirty="0">
              <a:solidFill>
                <a:srgbClr val="FB1A62"/>
              </a:solidFill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00F73B52-6D0A-C528-4EF3-47C02D24D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46539" y="350837"/>
            <a:ext cx="5140325" cy="536575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CF17004-9729-34CE-7094-DF48C2293C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939856"/>
            <a:ext cx="5562600" cy="347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145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0CEC7-088C-FA66-F5F7-57FAF217A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6204E4-BED6-8E00-09C9-277678CB4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3280"/>
            <a:ext cx="6680200" cy="878066"/>
          </a:xfrm>
        </p:spPr>
        <p:txBody>
          <a:bodyPr>
            <a:noAutofit/>
          </a:bodyPr>
          <a:lstStyle/>
          <a:p>
            <a:pPr algn="ctr"/>
            <a:r>
              <a:rPr dirty="0" err="1"/>
              <a:t>Tagesziele</a:t>
            </a:r>
            <a:endParaRPr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C83429-2AD8-5708-108E-9EA785AF8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189" y="1059079"/>
            <a:ext cx="6514011" cy="263108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 dirty="0"/>
              <a:t>Mode Switching, Locomotion, ROS2 &amp; SLAM-Navigation</a:t>
            </a:r>
            <a:endParaRPr lang="en-US" sz="1800" dirty="0"/>
          </a:p>
          <a:p>
            <a:pPr lvl="0"/>
            <a:r>
              <a:rPr lang="en-US" sz="1800" dirty="0" err="1"/>
              <a:t>Überblick</a:t>
            </a:r>
            <a:r>
              <a:rPr lang="en-US" sz="1800" dirty="0"/>
              <a:t/>
            </a:r>
            <a:r>
              <a:rPr lang="en-US" sz="1800" dirty="0" err="1"/>
              <a:t>über</a:t>
            </a:r>
            <a:r>
              <a:rPr lang="en-US" sz="1800" dirty="0"/>
              <a:t/>
            </a:r>
            <a:r>
              <a:rPr lang="en-US" sz="1800" b="1" dirty="0"/>
              <a:t>ROS2-Umgebung, Topics und </a:t>
            </a:r>
            <a:r>
              <a:rPr lang="en-US" sz="1800" b="1" dirty="0" err="1"/>
              <a:t>Sensoren</a:t>
            </a:r>
            <a:r>
              <a:rPr lang="en-US" sz="1800" dirty="0"/>
              <a:t/>
            </a:r>
          </a:p>
          <a:p>
            <a:pPr lvl="0"/>
            <a:r>
              <a:rPr lang="en-US" sz="1800" dirty="0" err="1"/>
              <a:t>Roboterstatus</a:t>
            </a:r>
            <a:r>
              <a:rPr lang="en-US" sz="1800" dirty="0"/>
              <a:t> und </a:t>
            </a:r>
            <a:r>
              <a:rPr lang="en-US" sz="1800" b="1" dirty="0"/>
              <a:t>FSM-/Mode Switching</a:t>
            </a:r>
            <a:r>
              <a:rPr lang="en-US" sz="1800" dirty="0"/>
              <a:t> verstehen und </a:t>
            </a:r>
            <a:r>
              <a:rPr lang="en-US" sz="1800" dirty="0" err="1"/>
              <a:t>abstrahieren</a:t>
            </a:r>
            <a:r>
              <a:rPr lang="en-US" sz="1800" dirty="0"/>
              <a:t/>
            </a:r>
          </a:p>
          <a:p>
            <a:pPr lvl="0"/>
            <a:r>
              <a:rPr lang="en-US" sz="1800" dirty="0" err="1"/>
              <a:t>Einführung</a:t>
            </a:r>
            <a:r>
              <a:rPr lang="en-US" sz="1800" dirty="0"/>
              <a:t> in den </a:t>
            </a:r>
            <a:r>
              <a:rPr lang="en-US" sz="1800" b="1" dirty="0" err="1"/>
              <a:t>LocoClient</a:t>
            </a:r>
            <a:r>
              <a:rPr lang="en-US" sz="1800" dirty="0"/>
              <a:t/>
            </a:r>
          </a:p>
          <a:p>
            <a:pPr lvl="0"/>
            <a:r>
              <a:rPr lang="en-US" sz="1800" dirty="0" err="1"/>
              <a:t>Roboter</a:t>
            </a:r>
            <a:r>
              <a:rPr lang="en-US" sz="1800" dirty="0"/>
              <a:t/>
            </a:r>
            <a:r>
              <a:rPr lang="en-US" sz="1800" dirty="0" err="1"/>
              <a:t>über</a:t>
            </a:r>
            <a:r>
              <a:rPr lang="en-US" sz="1800" dirty="0"/>
              <a:t/>
            </a:r>
            <a:r>
              <a:rPr lang="en-US" sz="1800" dirty="0" err="1"/>
              <a:t>Geschwindigkeitsbefehle</a:t>
            </a:r>
            <a:r>
              <a:rPr lang="en-US" sz="1800" dirty="0"/>
              <a:t> und </a:t>
            </a:r>
            <a:r>
              <a:rPr lang="en-US" sz="1800" b="1" dirty="0"/>
              <a:t>relative </a:t>
            </a:r>
            <a:r>
              <a:rPr lang="en-US" sz="1800" b="1" dirty="0" err="1"/>
              <a:t>Bewegungen</a:t>
            </a:r>
            <a:r>
              <a:rPr lang="en-US" sz="1800" dirty="0"/>
              <a:t/>
            </a:r>
            <a:r>
              <a:rPr lang="en-US" sz="1800" dirty="0" err="1"/>
              <a:t>steuern</a:t>
            </a:r>
            <a:r>
              <a:rPr lang="en-US" sz="1800" dirty="0"/>
              <a:t/>
            </a:r>
          </a:p>
          <a:p>
            <a:pPr lvl="0"/>
            <a:r>
              <a:rPr lang="en-US" sz="1800" dirty="0" err="1"/>
              <a:t>Bewegungssequenzen</a:t>
            </a:r>
            <a:r>
              <a:rPr lang="en-US" sz="1800" dirty="0"/>
              <a:t/>
            </a:r>
            <a:r>
              <a:rPr lang="en-US" sz="1800" dirty="0" err="1"/>
              <a:t>selbstständig</a:t>
            </a:r>
            <a:r>
              <a:rPr lang="en-US" sz="1800" dirty="0"/>
              <a:t/>
            </a:r>
            <a:r>
              <a:rPr lang="en-US" sz="1800" dirty="0" err="1"/>
              <a:t>programmieren</a:t>
            </a:r>
            <a:r>
              <a:rPr lang="en-US" sz="1800" dirty="0"/>
              <a:t/>
            </a:r>
          </a:p>
          <a:p>
            <a:pPr lvl="0"/>
            <a:r>
              <a:rPr lang="en-US" sz="1800" dirty="0" err="1"/>
              <a:t>Sensorinformationen</a:t>
            </a:r>
            <a:r>
              <a:rPr lang="en-US" sz="1800" dirty="0"/>
              <a:t> von </a:t>
            </a:r>
            <a:r>
              <a:rPr lang="en-US" sz="1800" b="1" dirty="0"/>
              <a:t>LiDAR und RGB-D-Kamera</a:t>
            </a:r>
            <a:r>
              <a:rPr lang="en-US" sz="1800" dirty="0"/>
              <a:t/>
            </a:r>
            <a:r>
              <a:rPr lang="en-US" sz="1800" dirty="0" err="1"/>
              <a:t>verwenden</a:t>
            </a:r>
            <a:r>
              <a:rPr lang="en-US" sz="1800" dirty="0"/>
              <a:t/>
            </a:r>
          </a:p>
          <a:p>
            <a:pPr lvl="0"/>
            <a:r>
              <a:rPr lang="en-US" sz="1800" b="1" dirty="0"/>
              <a:t>SLAM:</a:t>
            </a:r>
            <a:r>
              <a:rPr lang="en-US" sz="1800" dirty="0"/>
              <a:t> Karte </a:t>
            </a:r>
            <a:r>
              <a:rPr lang="en-US" sz="1800" dirty="0" err="1"/>
              <a:t>erstellen</a:t>
            </a:r>
            <a:r>
              <a:rPr lang="en-US" sz="1800" dirty="0"/>
              <a:t> und </a:t>
            </a:r>
            <a:r>
              <a:rPr lang="en-US" sz="1800" dirty="0" err="1"/>
              <a:t>Roboter</a:t>
            </a:r>
            <a:r>
              <a:rPr lang="en-US" sz="1800" dirty="0"/>
              <a:t/>
            </a:r>
            <a:r>
              <a:rPr lang="en-US" sz="1800" dirty="0" err="1"/>
              <a:t>lokalisieren</a:t>
            </a:r>
            <a:r>
              <a:rPr lang="en-US" sz="1800" dirty="0"/>
              <a:t/>
            </a:r>
          </a:p>
          <a:p>
            <a:pPr lvl="0"/>
            <a:r>
              <a:rPr lang="en-US" sz="1800" dirty="0" err="1"/>
              <a:t>Visualisierung</a:t>
            </a:r>
            <a:r>
              <a:rPr lang="en-US" sz="1800" dirty="0"/>
              <a:t> von </a:t>
            </a:r>
            <a:r>
              <a:rPr lang="en-US" sz="1800" b="1" dirty="0"/>
              <a:t>Map, TF, LiDAR und Robot Model in RViz</a:t>
            </a:r>
            <a:r>
              <a:rPr lang="en-US" sz="1800" dirty="0"/>
              <a:t/>
            </a:r>
          </a:p>
          <a:p>
            <a:pPr lvl="0"/>
            <a:r>
              <a:rPr lang="en-US" sz="1800" dirty="0" err="1"/>
              <a:t>Zielpunkte</a:t>
            </a:r>
            <a:r>
              <a:rPr lang="en-US" sz="1800" dirty="0"/>
              <a:t/>
            </a:r>
            <a:r>
              <a:rPr lang="en-US" sz="1800" dirty="0" err="1"/>
              <a:t>definieren</a:t>
            </a:r>
            <a:r>
              <a:rPr lang="en-US" sz="1800" dirty="0"/>
              <a:t> und </a:t>
            </a:r>
            <a:r>
              <a:rPr lang="en-US" sz="1800" b="1" dirty="0" err="1"/>
              <a:t>autonome</a:t>
            </a:r>
            <a:r>
              <a:rPr lang="en-US" sz="1800" b="1" dirty="0"/>
              <a:t> Navigation</a:t>
            </a:r>
            <a:r>
              <a:rPr lang="en-US" sz="1800" dirty="0"/>
              <a:t/>
            </a:r>
            <a:r>
              <a:rPr lang="en-US" sz="1800" dirty="0" err="1"/>
              <a:t>durchführen</a:t>
            </a:r>
            <a:r>
              <a:rPr lang="en-US" sz="1800" dirty="0"/>
              <a:t/>
            </a:r>
          </a:p>
          <a:p>
            <a:pPr lvl="0"/>
            <a:r>
              <a:rPr lang="en-US" sz="1800" dirty="0" err="1"/>
              <a:t>Grundlegendes</a:t>
            </a:r>
            <a:r>
              <a:rPr lang="en-US" sz="1800" dirty="0"/>
              <a:t/>
            </a:r>
            <a:r>
              <a:rPr lang="en-US" sz="1800" b="1" dirty="0"/>
              <a:t>SLAM-/Navigations-Debugging</a:t>
            </a:r>
          </a:p>
          <a:p>
            <a:pPr lvl="0"/>
            <a:r>
              <a:rPr lang="en-US" sz="1800" b="1" dirty="0"/>
              <a:t>Aufgabe: </a:t>
            </a:r>
            <a:r>
              <a:rPr lang="en-US" sz="1800" b="1" dirty="0" err="1"/>
              <a:t>Praxisziel</a:t>
            </a:r>
            <a:r>
              <a:rPr lang="en-US" sz="1800" b="1" dirty="0"/>
              <a:t>:</a:t>
            </a:r>
            <a:br>
              <a:rPr lang="en-US" sz="1800" dirty="0"/>
            </a:br>
            <a:r>
              <a:rPr lang="en-US" sz="1800" dirty="0"/>
              <a:t>Der </a:t>
            </a:r>
            <a:r>
              <a:rPr lang="en-US" sz="1800" dirty="0" err="1"/>
              <a:t>Roboter</a:t>
            </a:r>
            <a:r>
              <a:rPr lang="en-US" sz="1800" dirty="0"/>
              <a:t/>
            </a:r>
            <a:r>
              <a:rPr lang="en-US" sz="1800" dirty="0" err="1"/>
              <a:t>kann</a:t>
            </a:r>
            <a:r>
              <a:rPr lang="en-US" sz="1800" dirty="0"/>
              <a:t/>
            </a:r>
            <a:r>
              <a:rPr lang="en-US" sz="1800" dirty="0" err="1"/>
              <a:t>kontrolliert</a:t>
            </a:r>
            <a:r>
              <a:rPr lang="en-US" sz="1800" dirty="0"/>
              <a:t/>
            </a:r>
            <a:r>
              <a:rPr lang="en-US" sz="1800" dirty="0" err="1"/>
              <a:t>bewegt</a:t>
            </a:r>
            <a:r>
              <a:rPr lang="en-US" sz="1800" dirty="0"/>
              <a:t/>
            </a:r>
            <a:r>
              <a:rPr lang="en-US" sz="1800" dirty="0" err="1"/>
              <a:t>werden</a:t>
            </a:r>
            <a:r>
              <a:rPr lang="en-US" sz="1800" dirty="0"/>
              <a:t>, </a:t>
            </a:r>
            <a:r>
              <a:rPr lang="en-US" sz="1800" dirty="0" err="1"/>
              <a:t>eine</a:t>
            </a:r>
            <a:r>
              <a:rPr lang="en-US" sz="1800" dirty="0"/>
              <a:t> Karte </a:t>
            </a:r>
            <a:r>
              <a:rPr lang="en-US" sz="1800" dirty="0" err="1"/>
              <a:t>erstellen</a:t>
            </a:r>
            <a:r>
              <a:rPr lang="en-US" sz="1800" dirty="0"/>
              <a:t>, </a:t>
            </a:r>
            <a:r>
              <a:rPr lang="en-US" sz="1800" dirty="0" err="1"/>
              <a:t>sich</a:t>
            </a:r>
            <a:r>
              <a:rPr lang="en-US" sz="1800" dirty="0"/>
              <a:t/>
            </a:r>
            <a:r>
              <a:rPr lang="en-US" sz="1800" dirty="0" err="1"/>
              <a:t>darin</a:t>
            </a:r>
            <a:r>
              <a:rPr lang="en-US" sz="1800" dirty="0"/>
              <a:t/>
            </a:r>
            <a:r>
              <a:rPr lang="en-US" sz="1800" dirty="0" err="1"/>
              <a:t>lokalisieren</a:t>
            </a:r>
            <a:r>
              <a:rPr lang="en-US" sz="1800" dirty="0"/>
              <a:t> und </a:t>
            </a:r>
            <a:r>
              <a:rPr lang="en-US" sz="1800" dirty="0" err="1"/>
              <a:t>definierte</a:t>
            </a:r>
            <a:r>
              <a:rPr lang="en-US" sz="1800" dirty="0"/>
              <a:t/>
            </a:r>
            <a:r>
              <a:rPr lang="en-US" sz="1800" dirty="0" err="1"/>
              <a:t>Zielpunkte</a:t>
            </a:r>
            <a:r>
              <a:rPr lang="en-US" sz="1800" dirty="0"/>
              <a:t/>
            </a:r>
            <a:r>
              <a:rPr lang="en-US" sz="1800" dirty="0" err="1"/>
              <a:t>autonom</a:t>
            </a:r>
            <a:r>
              <a:rPr lang="en-US" sz="1800" dirty="0"/>
              <a:t/>
            </a:r>
            <a:r>
              <a:rPr lang="en-US" sz="1800" dirty="0" err="1"/>
              <a:t>anfahren</a:t>
            </a:r>
            <a:r>
              <a:rPr lang="en-US" sz="1800" dirty="0"/>
              <a:t>.</a:t>
            </a:r>
          </a:p>
          <a:p>
            <a:endParaRPr lang="de-DE" altLang="de-DE" sz="1800" dirty="0">
              <a:solidFill>
                <a:schemeClr val="tx1"/>
              </a:solidFill>
              <a:cs typeface="Roboto" panose="02000000000000000000" pitchFamily="2" charset="0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544C48BF-9B87-C31F-FE76-9F18335111D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684" y="451945"/>
            <a:ext cx="5624970" cy="587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21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Systemübersicht G1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ROS Umgebung</a:t>
            </a:r>
          </a:p>
          <a:p>
            <a:r>
              <a:rPr lang="de-DE" dirty="0"/>
              <a:t>Internetverbindung</a:t>
            </a:r>
          </a:p>
          <a:p>
            <a:r>
              <a:rPr dirty="0" err="1"/>
              <a:t>Sensoren</a:t>
            </a:r>
            <a:r>
              <a:rPr dirty="0"/>
              <a:t> (LiDAR / Kamera)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9DD43883-ECD2-F96C-A498-7234F684BFF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ROS2 </a:t>
            </a:r>
            <a:r>
              <a:rPr lang="de-DE" dirty="0"/>
              <a:t>Umgebung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Ros2 </a:t>
            </a:r>
            <a:r>
              <a:rPr lang="de-DE" dirty="0" err="1"/>
              <a:t>foxy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summary</a:t>
            </a:r>
            <a:r>
              <a:rPr lang="de-DE" dirty="0"/>
              <a:t> : </a:t>
            </a:r>
            <a:r>
              <a:rPr lang="de-DE" dirty="0">
                <a:hlinkClick r:id="rId2"/>
              </a:rPr>
              <a:t>https://github.com/EF-Robotics-Humanoid-Academy/ef_ws/blob/main/g1/ros_envs/foxy/summary.md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7981951F-0B89-8869-0456-AE4782CD0B5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RealSense </a:t>
            </a:r>
            <a:r>
              <a:rPr lang="de-DE" dirty="0"/>
              <a:t>Ansatz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WLAN-Verbindung</a:t>
            </a:r>
          </a:p>
          <a:p>
            <a:r>
              <a:rPr dirty="0"/>
              <a:t>Streaming pipeline</a:t>
            </a:r>
            <a:r>
              <a:rPr lang="de-DE" dirty="0"/>
              <a:t>:</a:t>
            </a:r>
            <a:endParaRPr dirty="0"/>
          </a:p>
          <a:p>
            <a:r>
              <a:rPr dirty="0"/>
              <a:t>Camera </a:t>
            </a:r>
            <a:r>
              <a:rPr lang="de-DE" dirty="0"/>
              <a:t>Server </a:t>
            </a:r>
            <a:r>
              <a:rPr dirty="0"/>
              <a:t>→ Receiver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FD81C5E9-5455-181F-732A-D6477D1605D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DF8AA12-94CE-A280-6C85-6C1E1B957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545D20-E790-690A-DB21-F3C59325C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1213"/>
            <a:ext cx="6680200" cy="878066"/>
          </a:xfrm>
        </p:spPr>
        <p:txBody>
          <a:bodyPr>
            <a:noAutofit/>
          </a:bodyPr>
          <a:lstStyle/>
          <a:p>
            <a:pPr algn="ctr"/>
            <a:r>
              <a:rPr dirty="0" err="1"/>
              <a:t>Grundlagen</a:t>
            </a:r>
            <a:r>
              <a:rPr dirty="0"/>
              <a:t> der </a:t>
            </a:r>
            <a:r>
              <a:rPr dirty="0" err="1"/>
              <a:t>Laufbewegungen</a:t>
            </a:r>
            <a:endParaRPr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BD163-2310-C927-53D0-9E8643DFC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92" y="1720778"/>
            <a:ext cx="6514011" cy="263108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dirty="0" err="1"/>
              <a:t>Einführung</a:t>
            </a:r>
            <a:r>
              <a:rPr dirty="0"/>
              <a:t> loco client</a:t>
            </a:r>
          </a:p>
          <a:p>
            <a:pPr marL="0" indent="0">
              <a:buNone/>
            </a:pPr>
            <a:r>
              <a:rPr dirty="0">
                <a:hlinkClick r:id="rId2"/>
              </a:rPr>
              <a:t>https://support.unitree.com/home/en/G1_developer/rpc_routine</a:t>
            </a:r>
            <a:endParaRPr lang="de-DE" dirty="0">
              <a:latin typeface="Arial"/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46F93F01-8235-3042-2DD6-AC9DDFAFEBC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968990" y="841411"/>
            <a:ext cx="5139916" cy="5366243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654605E-0569-A663-35D9-F413743D8A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612969"/>
              </p:ext>
            </p:extLst>
          </p:nvPr>
        </p:nvGraphicFramePr>
        <p:xfrm>
          <a:off x="228599" y="3708294"/>
          <a:ext cx="6222999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5332">
                  <a:extLst>
                    <a:ext uri="{9D8B030D-6E8A-4147-A177-3AD203B41FA5}">
                      <a16:colId xmlns:a16="http://schemas.microsoft.com/office/drawing/2014/main" val="2820945953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904390375"/>
                    </a:ext>
                  </a:extLst>
                </a:gridCol>
                <a:gridCol w="3056467">
                  <a:extLst>
                    <a:ext uri="{9D8B030D-6E8A-4147-A177-3AD203B41FA5}">
                      <a16:colId xmlns:a16="http://schemas.microsoft.com/office/drawing/2014/main" val="7601161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Value</a:t>
                      </a:r>
                    </a:p>
                  </a:txBody>
                  <a:tcPr>
                    <a:solidFill>
                      <a:srgbClr val="FB1A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Meaning</a:t>
                      </a:r>
                    </a:p>
                  </a:txBody>
                  <a:tcPr>
                    <a:solidFill>
                      <a:srgbClr val="FB1A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Comment</a:t>
                      </a:r>
                    </a:p>
                  </a:txBody>
                  <a:tcPr>
                    <a:solidFill>
                      <a:srgbClr val="FB1A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450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Static stand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Feet loaded; robot balancing but not stepping.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556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Dynamic / gait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Feet loaded; gait planner active (walking, etc.).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70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Feet un-loaded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Hanging or airborne.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449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2851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53970-F288-2AA8-EDD5-A71ACD28C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8BD0C0E-11CB-5E9C-4620-EA7FC1D97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0B795A57-DED5-A939-E6C8-E92A4C631716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>
                <a:solidFill>
                  <a:srgbClr val="FB1A62"/>
                </a:solidFill>
              </a:rPr>
              <a:t>FSM Codes​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B80B3C0F-47B7-5DD5-5B28-76EC41346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510711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G1 Programmierung​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CB9985-4B31-E416-CB0E-600240CD6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789312"/>
              </p:ext>
            </p:extLst>
          </p:nvPr>
        </p:nvGraphicFramePr>
        <p:xfrm>
          <a:off x="1367367" y="2083046"/>
          <a:ext cx="9457265" cy="37087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942">
                  <a:extLst>
                    <a:ext uri="{9D8B030D-6E8A-4147-A177-3AD203B41FA5}">
                      <a16:colId xmlns:a16="http://schemas.microsoft.com/office/drawing/2014/main" val="3240308913"/>
                    </a:ext>
                  </a:extLst>
                </a:gridCol>
                <a:gridCol w="2617408">
                  <a:extLst>
                    <a:ext uri="{9D8B030D-6E8A-4147-A177-3AD203B41FA5}">
                      <a16:colId xmlns:a16="http://schemas.microsoft.com/office/drawing/2014/main" val="287255073"/>
                    </a:ext>
                  </a:extLst>
                </a:gridCol>
                <a:gridCol w="5775915">
                  <a:extLst>
                    <a:ext uri="{9D8B030D-6E8A-4147-A177-3AD203B41FA5}">
                      <a16:colId xmlns:a16="http://schemas.microsoft.com/office/drawing/2014/main" val="3590799967"/>
                    </a:ext>
                  </a:extLst>
                </a:gridCol>
              </a:tblGrid>
              <a:tr h="473562">
                <a:tc>
                  <a:txBody>
                    <a:bodyPr/>
                    <a:lstStyle/>
                    <a:p>
                      <a:pPr algn="l"/>
                      <a:r>
                        <a:rPr lang="en-GB" sz="20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ID</a:t>
                      </a:r>
                    </a:p>
                  </a:txBody>
                  <a:tcPr anchor="ctr">
                    <a:solidFill>
                      <a:srgbClr val="FB1A6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1" i="0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Name / Action</a:t>
                      </a:r>
                      <a:endParaRPr lang="en-GB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FB1A6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1" i="0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Typical use​</a:t>
                      </a:r>
                      <a:endParaRPr lang="en-GB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FB1A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581788"/>
                  </a:ext>
                </a:extLst>
              </a:tr>
              <a:tr h="47356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Zero-Torque​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Motors off – safe to handle legs.​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8051761"/>
                  </a:ext>
                </a:extLst>
              </a:tr>
              <a:tr h="444709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Damp​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Viscous damping only (soft) – default power-on.​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4972343"/>
                  </a:ext>
                </a:extLst>
              </a:tr>
              <a:tr h="47356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Squat​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Static low squat.​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933976"/>
                  </a:ext>
                </a:extLst>
              </a:tr>
              <a:tr h="44126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Sit​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Sitting posture.​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3926571"/>
                  </a:ext>
                </a:extLst>
              </a:tr>
              <a:tr h="45494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Stand-up​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Firmware-defined stand, good after Damp.​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2820124"/>
                  </a:ext>
                </a:extLst>
              </a:tr>
              <a:tr h="47356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Walking </a:t>
                      </a:r>
                      <a:r>
                        <a:rPr lang="de-DE" sz="2000" b="0" i="0" kern="1200" dirty="0" err="1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mode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Balance controller &amp; gait planner.​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1683816"/>
                  </a:ext>
                </a:extLst>
              </a:tr>
              <a:tr h="47356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802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Running Mode​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Faster – less stable Locomotion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3856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8433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E0DD3713-0457-BA5F-6376-DDF6417BC5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07" b="16720"/>
          <a:stretch>
            <a:fillRect/>
          </a:stretch>
        </p:blipFill>
        <p:spPr>
          <a:xfrm>
            <a:off x="7430117" y="1278466"/>
            <a:ext cx="3153217" cy="4555067"/>
          </a:xfrm>
          <a:prstGeom prst="rect">
            <a:avLst/>
          </a:prstGeom>
        </p:spPr>
      </p:pic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182E64BA-B0C1-C71C-C871-CC9AD13E1E9F}"/>
              </a:ext>
            </a:extLst>
          </p:cNvPr>
          <p:cNvSpPr txBox="1">
            <a:spLocks/>
          </p:cNvSpPr>
          <p:nvPr/>
        </p:nvSpPr>
        <p:spPr>
          <a:xfrm>
            <a:off x="465667" y="679377"/>
            <a:ext cx="5562987" cy="42836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/>
              <a:t>Development </a:t>
            </a:r>
            <a:r>
              <a:rPr lang="de-DE" dirty="0" err="1"/>
              <a:t>mode</a:t>
            </a:r>
            <a:endParaRPr lang="de-DE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361A40C-49F5-AC92-160C-E73D2182A2E9}"/>
              </a:ext>
            </a:extLst>
          </p:cNvPr>
          <p:cNvSpPr txBox="1"/>
          <p:nvPr/>
        </p:nvSpPr>
        <p:spPr>
          <a:xfrm>
            <a:off x="3092450" y="3265500"/>
            <a:ext cx="6235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de-DE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E165E358-2DCC-1613-28AB-83B933CD47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6" r="7191"/>
          <a:stretch>
            <a:fillRect/>
          </a:stretch>
        </p:blipFill>
        <p:spPr>
          <a:xfrm>
            <a:off x="465667" y="1591392"/>
            <a:ext cx="6215545" cy="3348215"/>
          </a:xfrm>
          <a:prstGeom prst="rect">
            <a:avLst/>
          </a:prstGeom>
        </p:spPr>
      </p:pic>
      <p:sp>
        <p:nvSpPr>
          <p:cNvPr id="18" name="Ellipse 17">
            <a:extLst>
              <a:ext uri="{FF2B5EF4-FFF2-40B4-BE49-F238E27FC236}">
                <a16:creationId xmlns:a16="http://schemas.microsoft.com/office/drawing/2014/main" id="{97FCEBD6-92C4-CA29-934D-EC65E100B95C}"/>
              </a:ext>
            </a:extLst>
          </p:cNvPr>
          <p:cNvSpPr/>
          <p:nvPr/>
        </p:nvSpPr>
        <p:spPr>
          <a:xfrm>
            <a:off x="584199" y="2389137"/>
            <a:ext cx="1473201" cy="432079"/>
          </a:xfrm>
          <a:prstGeom prst="ellipse">
            <a:avLst/>
          </a:prstGeom>
          <a:noFill/>
          <a:ln w="38100">
            <a:solidFill>
              <a:srgbClr val="FA19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9293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64DB5-B55B-70E1-FD95-CB0B3382E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Interaction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A53B54-AB14-51FA-15FD-BCA4423614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92086" y="3870837"/>
            <a:ext cx="3588286" cy="26927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DF365A-9E2B-FA15-DF06-E297338044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767" y="1473252"/>
            <a:ext cx="5799272" cy="4967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122416-8D24-3354-B801-D18AFEEACE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1933" y="183222"/>
            <a:ext cx="4039047" cy="352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06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7DB0F-F344-0886-D90F-AA1905D7B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Interaction </a:t>
            </a:r>
          </a:p>
        </p:txBody>
      </p:sp>
      <p:pic>
        <p:nvPicPr>
          <p:cNvPr id="8" name="WhatsApp Video 2026-09-06 at 10.43.59 (1)">
            <a:hlinkClick r:id="" action="ppaction://media"/>
            <a:extLst>
              <a:ext uri="{FF2B5EF4-FFF2-40B4-BE49-F238E27FC236}">
                <a16:creationId xmlns:a16="http://schemas.microsoft.com/office/drawing/2014/main" id="{E406472B-46A4-9430-8592-3096D44E1AB3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19260" y="402808"/>
            <a:ext cx="3080359" cy="5474841"/>
          </a:xfrm>
        </p:spPr>
      </p:pic>
    </p:spTree>
    <p:extLst>
      <p:ext uri="{BB962C8B-B14F-4D97-AF65-F5344CB8AC3E}">
        <p14:creationId xmlns:p14="http://schemas.microsoft.com/office/powerpoint/2010/main" val="151682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53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AA7054A-3B88-7582-E50B-56D0DE701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579E14-C9E4-1B2A-AEE9-4B3DBC6B9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3280"/>
            <a:ext cx="6680200" cy="878066"/>
          </a:xfrm>
        </p:spPr>
        <p:txBody>
          <a:bodyPr>
            <a:noAutofit/>
          </a:bodyPr>
          <a:lstStyle/>
          <a:p>
            <a:pPr algn="ctr"/>
            <a:r>
              <a:rPr lang="de-DE" dirty="0">
                <a:solidFill>
                  <a:srgbClr val="C00000"/>
                </a:solidFill>
                <a:cs typeface="Roboto" panose="02000000000000000000" pitchFamily="2" charset="0"/>
              </a:rPr>
              <a:t>Aufgabe 1</a:t>
            </a:r>
            <a:endParaRPr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1362CF-3528-08B1-1E8E-2827D4938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189" y="1059079"/>
            <a:ext cx="6514011" cy="263108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de-DE" dirty="0">
              <a:cs typeface="Roboto" panose="02000000000000000000" pitchFamily="2" charset="0"/>
            </a:endParaRPr>
          </a:p>
          <a:p>
            <a:r>
              <a:rPr lang="de-DE" altLang="de-DE" dirty="0">
                <a:cs typeface="Roboto" panose="02000000000000000000" pitchFamily="2" charset="0"/>
              </a:rPr>
              <a:t>App oder Fernbedienung benutzen um den Roboter in einem Modus zu stellen</a:t>
            </a:r>
          </a:p>
          <a:p>
            <a:r>
              <a:rPr lang="de-DE" altLang="de-DE" dirty="0">
                <a:cs typeface="Roboto" panose="02000000000000000000" pitchFamily="2" charset="0"/>
              </a:rPr>
              <a:t>Durch </a:t>
            </a:r>
            <a:r>
              <a:rPr lang="de-DE" altLang="de-DE" dirty="0" err="1">
                <a:cs typeface="Roboto" panose="02000000000000000000" pitchFamily="2" charset="0"/>
              </a:rPr>
              <a:t>sdk</a:t>
            </a:r>
            <a:r>
              <a:rPr lang="de-DE" altLang="de-DE" dirty="0">
                <a:cs typeface="Roboto" panose="02000000000000000000" pitchFamily="2" charset="0"/>
              </a:rPr>
              <a:t> oder Abstrahierungsmodule daten im Zustand zu sammeln (</a:t>
            </a:r>
            <a:r>
              <a:rPr lang="de-DE" altLang="de-DE" dirty="0" err="1">
                <a:cs typeface="Roboto" panose="02000000000000000000" pitchFamily="2" charset="0"/>
              </a:rPr>
              <a:t>fsm</a:t>
            </a:r>
            <a:r>
              <a:rPr lang="de-DE" altLang="de-DE" dirty="0">
                <a:cs typeface="Roboto" panose="02000000000000000000" pitchFamily="2" charset="0"/>
              </a:rPr>
              <a:t>, </a:t>
            </a:r>
            <a:r>
              <a:rPr lang="de-DE" altLang="de-DE" dirty="0" err="1">
                <a:cs typeface="Roboto" panose="02000000000000000000" pitchFamily="2" charset="0"/>
              </a:rPr>
              <a:t>gaittype</a:t>
            </a:r>
            <a:r>
              <a:rPr lang="de-DE" altLang="de-DE" dirty="0">
                <a:cs typeface="Roboto" panose="02000000000000000000" pitchFamily="2" charset="0"/>
              </a:rPr>
              <a:t>, </a:t>
            </a:r>
            <a:r>
              <a:rPr lang="de-DE" altLang="de-DE" dirty="0" err="1">
                <a:cs typeface="Roboto" panose="02000000000000000000" pitchFamily="2" charset="0"/>
              </a:rPr>
              <a:t>velocities</a:t>
            </a:r>
            <a:r>
              <a:rPr lang="de-DE" altLang="de-DE" dirty="0">
                <a:cs typeface="Roboto" panose="02000000000000000000" pitchFamily="2" charset="0"/>
              </a:rPr>
              <a:t>, </a:t>
            </a:r>
            <a:r>
              <a:rPr lang="de-DE" altLang="de-DE" dirty="0" err="1">
                <a:cs typeface="Roboto" panose="02000000000000000000" pitchFamily="2" charset="0"/>
              </a:rPr>
              <a:t>joint</a:t>
            </a:r>
            <a:r>
              <a:rPr lang="de-DE" altLang="de-DE" dirty="0">
                <a:cs typeface="Roboto" panose="02000000000000000000" pitchFamily="2" charset="0"/>
              </a:rPr>
              <a:t/>
            </a:r>
            <a:r>
              <a:rPr lang="de-DE" altLang="de-DE" dirty="0" err="1">
                <a:cs typeface="Roboto" panose="02000000000000000000" pitchFamily="2" charset="0"/>
              </a:rPr>
              <a:t>poses</a:t>
            </a:r>
            <a:r>
              <a:rPr lang="de-DE" altLang="de-DE" dirty="0">
                <a:cs typeface="Roboto" panose="02000000000000000000" pitchFamily="2" charset="0"/>
              </a:rPr>
              <a:t>, …)</a:t>
            </a:r>
          </a:p>
          <a:p>
            <a:r>
              <a:rPr lang="de-DE" altLang="de-DE" dirty="0">
                <a:cs typeface="Roboto" panose="02000000000000000000" pitchFamily="2" charset="0"/>
              </a:rPr>
              <a:t>Eigene Abstrahierungen für </a:t>
            </a:r>
            <a:r>
              <a:rPr lang="de-DE" altLang="de-DE" dirty="0" err="1">
                <a:cs typeface="Roboto" panose="02000000000000000000" pitchFamily="2" charset="0"/>
              </a:rPr>
              <a:t>moduswechsel</a:t>
            </a:r>
            <a:r>
              <a:rPr lang="de-DE" altLang="de-DE" dirty="0">
                <a:cs typeface="Roboto" panose="02000000000000000000" pitchFamily="2" charset="0"/>
              </a:rPr>
              <a:t> zu erstellen</a:t>
            </a:r>
          </a:p>
          <a:p>
            <a:r>
              <a:rPr lang="de-DE" altLang="de-DE" dirty="0">
                <a:cs typeface="Roboto" panose="02000000000000000000" pitchFamily="2" charset="0"/>
              </a:rPr>
              <a:t> RGBD Zugriff über WLAN in eigenem PC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0BE0DF0-BEB3-20B0-C2D0-5769135DDB8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684" y="451945"/>
            <a:ext cx="5624970" cy="587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342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A7578F-E71A-1F73-75E8-A8D7D928B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FF0000"/>
                </a:solidFill>
              </a:rPr>
              <a:t>Aufgabe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97672E-E95E-5335-9EDB-EA28BF7C0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Im </a:t>
            </a:r>
            <a:r>
              <a:rPr lang="de-DE" dirty="0" err="1"/>
              <a:t>Jupyterlab</a:t>
            </a:r>
            <a:r>
              <a:rPr lang="de-DE" dirty="0"/>
              <a:t> ein Terminal öffnen</a:t>
            </a:r>
          </a:p>
          <a:p>
            <a:r>
              <a:rPr lang="de-DE" dirty="0"/>
              <a:t>Codex die </a:t>
            </a:r>
            <a:r>
              <a:rPr lang="de-DE" dirty="0" err="1"/>
              <a:t>sdk</a:t>
            </a:r>
            <a:r>
              <a:rPr lang="de-DE" dirty="0"/>
              <a:t/>
            </a:r>
            <a:r>
              <a:rPr lang="de-DE" dirty="0" err="1"/>
              <a:t>module</a:t>
            </a:r>
            <a:r>
              <a:rPr lang="de-DE" dirty="0"/>
              <a:t> durchlesen lassen</a:t>
            </a:r>
          </a:p>
          <a:p>
            <a:r>
              <a:rPr lang="de-DE" dirty="0"/>
              <a:t>Eine UI (Dash Webseite) für intuitiven Zustandswechsel erstellen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3D940CC2-549E-12FD-7F2E-E221192F7F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E3D776CD-955E-A0BC-66F8-BEFAD46EA8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950" y="614326"/>
            <a:ext cx="2879547" cy="504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62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137A2-771F-E8D8-52E9-4F5947850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AE34D163-4591-B163-6F5E-3C309F215B22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t>Einführung loco client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7D036255-0A04-D452-AA21-76ECEFEB4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4195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t>Grundlagen der Laufbewegungen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DEE24B0-1ABD-DFAF-D86D-92F8ACE29C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902" y="2164080"/>
            <a:ext cx="10667114" cy="180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9BEEFB19-B6C4-81D9-22BC-77B805212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902" y="4149625"/>
            <a:ext cx="10685404" cy="2234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9526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17670-B947-41E9-6C23-4779DE269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3BD9E5B6-F8A7-049E-F34D-1A637A3FE02B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t>Einführung loco client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827D63CA-3F3A-3693-847C-EFD26C209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4195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t>Grundlagen der Laufbewegungen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F11A301-E080-6E27-5344-A4E757342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880" y="1846518"/>
            <a:ext cx="8151027" cy="2105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4C4553A1-9E54-15D7-F969-225EBCF1B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881" y="3983649"/>
            <a:ext cx="8151026" cy="240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9839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64205-9B92-A9A0-421A-1632742FA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BD8ADC-D2BE-A797-4EA1-08B87F002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3280"/>
            <a:ext cx="6680200" cy="878066"/>
          </a:xfrm>
        </p:spPr>
        <p:txBody>
          <a:bodyPr>
            <a:noAutofit/>
          </a:bodyPr>
          <a:lstStyle/>
          <a:p>
            <a:pPr algn="ctr"/>
            <a:r>
              <a:rPr lang="de-DE" dirty="0">
                <a:solidFill>
                  <a:srgbClr val="C00000"/>
                </a:solidFill>
                <a:cs typeface="Roboto" panose="02000000000000000000" pitchFamily="2" charset="0"/>
              </a:rPr>
              <a:t>Aufgabe 2</a:t>
            </a:r>
            <a:endParaRPr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96FD8B-3266-30CD-820B-3E11724BD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189" y="1059079"/>
            <a:ext cx="6514011" cy="2631089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de-DE" dirty="0">
              <a:cs typeface="Roboto" panose="02000000000000000000" pitchFamily="2" charset="0"/>
            </a:endParaRPr>
          </a:p>
          <a:p>
            <a:r>
              <a:rPr lang="de-DE" altLang="de-DE" dirty="0" err="1">
                <a:cs typeface="Roboto" panose="02000000000000000000" pitchFamily="2" charset="0"/>
              </a:rPr>
              <a:t>LocoClient</a:t>
            </a:r>
            <a:r>
              <a:rPr lang="de-DE" altLang="de-DE" dirty="0">
                <a:cs typeface="Roboto" panose="02000000000000000000" pitchFamily="2" charset="0"/>
              </a:rPr>
              <a:t> / </a:t>
            </a:r>
            <a:r>
              <a:rPr lang="de-DE" altLang="de-DE" dirty="0" err="1">
                <a:cs typeface="Roboto" panose="02000000000000000000" pitchFamily="2" charset="0"/>
              </a:rPr>
              <a:t>Robot.move_for</a:t>
            </a:r>
            <a:r>
              <a:rPr lang="de-DE" altLang="de-DE" dirty="0">
                <a:cs typeface="Roboto" panose="02000000000000000000" pitchFamily="2" charset="0"/>
              </a:rPr>
              <a:t> benutzen</a:t>
            </a:r>
          </a:p>
          <a:p>
            <a:r>
              <a:rPr lang="de-DE" altLang="de-DE" dirty="0">
                <a:cs typeface="Roboto" panose="02000000000000000000" pitchFamily="2" charset="0"/>
              </a:rPr>
              <a:t>Roboter in einem U Verlauf laufen lassen:</a:t>
            </a:r>
          </a:p>
          <a:p>
            <a:pPr marL="914400" lvl="1" indent="-457200">
              <a:buFont typeface="+mj-lt"/>
              <a:buAutoNum type="arabicPeriod"/>
            </a:pPr>
            <a:r>
              <a:rPr lang="de-DE" altLang="de-DE" dirty="0">
                <a:cs typeface="Roboto" panose="02000000000000000000" pitchFamily="2" charset="0"/>
              </a:rPr>
              <a:t>Roboter 1m nach vorne laufen lassen</a:t>
            </a:r>
          </a:p>
          <a:p>
            <a:pPr marL="914400" lvl="1" indent="-457200">
              <a:buFont typeface="+mj-lt"/>
              <a:buAutoNum type="arabicPeriod"/>
            </a:pPr>
            <a:r>
              <a:rPr lang="de-DE" altLang="de-DE" dirty="0">
                <a:cs typeface="Roboto" panose="02000000000000000000" pitchFamily="2" charset="0"/>
              </a:rPr>
              <a:t>Roboter 90 Grad nach rechts drehen lassen</a:t>
            </a:r>
          </a:p>
          <a:p>
            <a:pPr marL="914400" lvl="1" indent="-457200">
              <a:buFont typeface="+mj-lt"/>
              <a:buAutoNum type="arabicPeriod"/>
            </a:pPr>
            <a:r>
              <a:rPr lang="de-DE" altLang="de-DE" dirty="0">
                <a:cs typeface="Roboto" panose="02000000000000000000" pitchFamily="2" charset="0"/>
              </a:rPr>
              <a:t>Roboter 1m nach vorne laufen lassen</a:t>
            </a:r>
          </a:p>
          <a:p>
            <a:pPr marL="914400" lvl="1" indent="-457200">
              <a:buFont typeface="+mj-lt"/>
              <a:buAutoNum type="arabicPeriod"/>
            </a:pPr>
            <a:r>
              <a:rPr lang="de-DE" altLang="de-DE" dirty="0">
                <a:cs typeface="Roboto" panose="02000000000000000000" pitchFamily="2" charset="0"/>
              </a:rPr>
              <a:t>Roboter 90 Grad nach rechts drehen lassen</a:t>
            </a:r>
          </a:p>
          <a:p>
            <a:pPr marL="914400" lvl="1" indent="-457200">
              <a:buFont typeface="+mj-lt"/>
              <a:buAutoNum type="arabicPeriod"/>
            </a:pPr>
            <a:r>
              <a:rPr lang="de-DE" altLang="de-DE" dirty="0">
                <a:cs typeface="Roboto" panose="02000000000000000000" pitchFamily="2" charset="0"/>
              </a:rPr>
              <a:t>Roboter 1m nach vorne laufen lassen</a:t>
            </a:r>
          </a:p>
          <a:p>
            <a:pPr marL="457200" lvl="1" indent="0">
              <a:buNone/>
            </a:pPr>
            <a:endParaRPr lang="de-DE" altLang="de-DE" dirty="0">
              <a:cs typeface="Roboto" panose="02000000000000000000" pitchFamily="2" charset="0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9510B039-35E9-5B15-B7DE-86DE96364F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684" y="451945"/>
            <a:ext cx="5624970" cy="587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705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9F15D85-8D7D-26A5-88E0-98725AD62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45D93FD0-30B1-1485-A7E4-7D6924BAB03B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t>Einführung loco client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91545A28-4A8B-C780-F45B-BCBC2A359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4195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t>Grundlagen der Laufbewegungen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2A9B0F38-AC38-28F6-4DC8-5B83D0B02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910" y="2494280"/>
            <a:ext cx="5050208" cy="363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1808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C70E92-5706-64DA-B89B-D582339D0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89FED69D-5104-72DF-FEC2-BFEE89A81CA4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endParaRPr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286010D-5F9B-B2E0-D204-1B8C3E68B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4195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dirty="0"/>
              <a:t>Aufgabe Laufen</a:t>
            </a:r>
            <a:endParaRPr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8D71D6B-0579-B356-2A4F-0CEC634A0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910" y="2494280"/>
            <a:ext cx="5050208" cy="363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9941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Wichtige ROS2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/map → Generated map</a:t>
            </a:r>
          </a:p>
          <a:p>
            <a:r>
              <a:rPr dirty="0"/>
              <a:t>/</a:t>
            </a:r>
            <a:r>
              <a:rPr dirty="0" err="1"/>
              <a:t>odom</a:t>
            </a:r>
            <a:r>
              <a:rPr dirty="0"/>
              <a:t> → Robot movement</a:t>
            </a:r>
          </a:p>
          <a:p>
            <a:r>
              <a:rPr dirty="0"/>
              <a:t>/</a:t>
            </a:r>
            <a:r>
              <a:rPr dirty="0" err="1"/>
              <a:t>tf</a:t>
            </a:r>
            <a:r>
              <a:rPr dirty="0"/>
              <a:t> → Transform tree</a:t>
            </a:r>
          </a:p>
          <a:p>
            <a:r>
              <a:rPr dirty="0"/>
              <a:t>/scan → LiDAR data</a:t>
            </a:r>
          </a:p>
          <a:p>
            <a:r>
              <a:rPr dirty="0"/>
              <a:t>/camera/depth → Depth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4293E05-2B05-A2B2-168A-CD21812A0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289" y="1237926"/>
            <a:ext cx="5386300" cy="27075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Sensor Skripte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rgbd_cam.py</a:t>
            </a:r>
          </a:p>
          <a:p>
            <a:r>
              <a:t>imu_plot.py</a:t>
            </a:r>
          </a:p>
          <a:p>
            <a:r>
              <a:t>lidar_points.py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59562C62-575C-3FB0-A367-CE50D2BCCF3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2CEEC75-5912-3EE4-5DC8-2ED4474EF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6ED0C9-F2E0-45F3-3456-565B04A68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1853"/>
            <a:ext cx="6680200" cy="878066"/>
          </a:xfrm>
        </p:spPr>
        <p:txBody>
          <a:bodyPr>
            <a:noAutofit/>
          </a:bodyPr>
          <a:lstStyle/>
          <a:p>
            <a:pPr algn="ctr"/>
            <a:r>
              <a:t>Fazit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492B0D5E-28A1-AF13-7B87-D3DBFF8FA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94" y="1983245"/>
            <a:ext cx="6514011" cy="263108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dirty="0"/>
              <a:t>G1 </a:t>
            </a:r>
            <a:r>
              <a:rPr dirty="0" err="1"/>
              <a:t>rviz</a:t>
            </a:r>
            <a:r>
              <a:rPr dirty="0"/>
              <a:t> simulation</a:t>
            </a:r>
            <a:endParaRPr lang="de-DE" dirty="0"/>
          </a:p>
          <a:p>
            <a:r>
              <a:rPr dirty="0"/>
              <a:t>Slam concepts</a:t>
            </a:r>
            <a:r>
              <a:rPr lang="de-DE" dirty="0"/>
              <a:t/>
            </a:r>
            <a:r>
              <a:rPr lang="de-DE" dirty="0" err="1"/>
              <a:t>or</a:t>
            </a:r>
            <a:r>
              <a:rPr lang="de-DE" dirty="0"/>
              <a:t> arm </a:t>
            </a:r>
            <a:r>
              <a:rPr lang="de-DE" dirty="0" err="1"/>
              <a:t>motion</a:t>
            </a:r>
            <a:r>
              <a:rPr dirty="0"/>
              <a:t/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16CBB40D-F36B-ADDB-50E1-90AFB64E3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7060551" y="362461"/>
            <a:ext cx="5624970" cy="587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13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Übersicht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docs/</a:t>
            </a:r>
          </a:p>
          <a:p>
            <a:r>
              <a:rPr dirty="0"/>
              <a:t>REQUIREMENTS.txt</a:t>
            </a:r>
          </a:p>
          <a:p>
            <a:r>
              <a:rPr dirty="0"/>
              <a:t>scripts/sensors/</a:t>
            </a:r>
          </a:p>
          <a:p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8ED396C8-0495-1381-5117-8A20DDFE497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Workspace Struktur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docs, scripts, modules</a:t>
            </a:r>
          </a:p>
          <a:p>
            <a:r>
              <a:rPr dirty="0"/>
              <a:t>G1 sport mode ROS</a:t>
            </a:r>
          </a:p>
          <a:p>
            <a:r>
              <a:rPr dirty="0"/>
              <a:t>simulation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1D9EC462-0053-770E-630F-EC5585D34A5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1B0CFE-2388-E2CC-801C-393BC6CE1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48" y="225573"/>
            <a:ext cx="5562987" cy="878066"/>
          </a:xfrm>
        </p:spPr>
        <p:txBody>
          <a:bodyPr/>
          <a:lstStyle/>
          <a:p>
            <a:r>
              <a:rPr lang="de-DE" dirty="0"/>
              <a:t>Setup</a:t>
            </a: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85152293-08EA-C316-475B-DA522CBC51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548" y="1330012"/>
            <a:ext cx="7727182" cy="103974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4C832F2-B243-FCF7-6F73-2A96779D5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48" y="3866530"/>
            <a:ext cx="10329705" cy="262268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D707F50C-C6E7-988E-DA20-ADE21B524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48" y="2596127"/>
            <a:ext cx="6706181" cy="104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443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87B2859C-0EA0-AF8F-1A93-C773504464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6265" y="602918"/>
            <a:ext cx="9325574" cy="117564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6D14370-0282-9DDE-C2E8-194531DA7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65" y="3429000"/>
            <a:ext cx="9452207" cy="1042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780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RViz Setup (Schritt für Schritt)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Launch robot / simulation</a:t>
            </a:r>
          </a:p>
          <a:p>
            <a:r>
              <a:rPr dirty="0"/>
              <a:t>2. Start SLAM node</a:t>
            </a:r>
          </a:p>
          <a:p>
            <a:r>
              <a:rPr dirty="0"/>
              <a:t>3. Open RViz</a:t>
            </a:r>
          </a:p>
          <a:p>
            <a:r>
              <a:rPr dirty="0"/>
              <a:t>4. Add displays</a:t>
            </a:r>
          </a:p>
        </p:txBody>
      </p:sp>
      <p:pic>
        <p:nvPicPr>
          <p:cNvPr id="6" name="Bildplatzhalter 5">
            <a:extLst>
              <a:ext uri="{FF2B5EF4-FFF2-40B4-BE49-F238E27FC236}">
                <a16:creationId xmlns:a16="http://schemas.microsoft.com/office/drawing/2014/main" id="{33F425B7-0299-A54D-1C1D-F2DAE3F995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232" r="5232"/>
          <a:stretch/>
        </p:blipFill>
        <p:spPr>
          <a:xfrm>
            <a:off x="6899684" y="367279"/>
            <a:ext cx="5139916" cy="536624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5366DC-9642-D3A7-7EF4-E36EB9AF7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Topics: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D3EB60C8-EF31-57C1-A5FB-8DBADE89E7F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61B0B22B-2CA8-F11F-2CD8-B634BC7942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745" y="1535113"/>
            <a:ext cx="4013510" cy="428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5881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RViz Anzeigen hinzufügen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 → /map</a:t>
            </a:r>
          </a:p>
          <a:p>
            <a:r>
              <a:t>TF → transforms</a:t>
            </a:r>
          </a:p>
          <a:p>
            <a:r>
              <a:t>LaserScan → /scan</a:t>
            </a:r>
          </a:p>
          <a:p>
            <a:r>
              <a:t>RobotModel → URDF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8AFE9F2-72C9-0B27-2766-3BADFF52B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039" y="890979"/>
            <a:ext cx="5385998" cy="411790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6609EEB4-829B-EC45-376E-5ECC1B774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80" y="471887"/>
            <a:ext cx="11301439" cy="638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4744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G1 RViz Simulationsablauf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Sensor Data → SLAM → Map</a:t>
            </a:r>
          </a:p>
          <a:p>
            <a:r>
              <a:t>Odometry → TF → Pose</a:t>
            </a:r>
          </a:p>
          <a:p>
            <a:r>
              <a:t>Everything visualized in RViz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63B0928-2B74-9FAF-124E-AC5267C65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952" y="335012"/>
            <a:ext cx="5223636" cy="475514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430860F-20CA-B20F-E70C-A9169CFAE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773" y="3051661"/>
            <a:ext cx="3147333" cy="343691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68FA92-EA6A-B8E8-0629-669DE848C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Tanzen G1 </a:t>
            </a:r>
            <a:r>
              <a:rPr lang="de-DE" dirty="0" err="1"/>
              <a:t>simulation</a:t>
            </a:r>
            <a:endParaRPr lang="de-DE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FE205374-E5A2-1B23-12C9-6E56CBAF27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720" y="2119537"/>
            <a:ext cx="11626536" cy="273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7396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dance">
            <a:hlinkClick r:id="" action="ppaction://media"/>
            <a:extLst>
              <a:ext uri="{FF2B5EF4-FFF2-40B4-BE49-F238E27FC236}">
                <a16:creationId xmlns:a16="http://schemas.microsoft.com/office/drawing/2014/main" id="{FA0B7430-8BA7-678A-B03A-206944AEF653}"/>
              </a:ext>
            </a:extLst>
          </p:cNvPr>
          <p:cNvPicPr>
            <a:picLocks noGrp="1" noChangeAspect="1"/>
          </p:cNvPicPr>
          <p:nvPr>
            <p:ph type="pic" sz="quarter" idx="13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00148" y="643466"/>
            <a:ext cx="779170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364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47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RViz Visualisierung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Map → /map</a:t>
            </a:r>
          </a:p>
          <a:p>
            <a:r>
              <a:rPr dirty="0"/>
              <a:t>TF → transforms</a:t>
            </a:r>
          </a:p>
          <a:p>
            <a:r>
              <a:rPr dirty="0" err="1"/>
              <a:t>LaserScan</a:t>
            </a:r>
            <a:r>
              <a:rPr dirty="0"/>
              <a:t> → /scan</a:t>
            </a:r>
          </a:p>
          <a:p>
            <a:r>
              <a:rPr dirty="0" err="1"/>
              <a:t>RobotModel</a:t>
            </a:r>
            <a:r>
              <a:rPr dirty="0"/>
              <a:t> → URDF</a:t>
            </a:r>
          </a:p>
          <a:p>
            <a:endParaRPr dirty="0"/>
          </a:p>
          <a:p>
            <a:r>
              <a:rPr dirty="0"/>
              <a:t>(</a:t>
            </a:r>
            <a:r>
              <a:rPr dirty="0" err="1"/>
              <a:t>Anzeige</a:t>
            </a:r>
            <a:r>
              <a:rPr dirty="0"/>
              <a:t> in RViz </a:t>
            </a:r>
            <a:r>
              <a:rPr dirty="0" err="1"/>
              <a:t>aktivieren</a:t>
            </a:r>
            <a:r>
              <a:rPr dirty="0"/>
              <a:t>)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0D839AD5-D1B8-0742-7424-0FDDC6F508E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A6FB3-68DF-1DCA-DD0F-B1CBEFC87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2634921-0F30-EA24-C065-194B7DC59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69E46019-F7DB-CAF2-69A5-4FBA7B0C1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1806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t>Kartierung und Navigation (SLAM)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6AC144A-5A86-A0A0-7000-BE4B85F41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652" y="1357108"/>
            <a:ext cx="9068637" cy="4999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8142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2E96C-1396-0F74-7C3C-6850AF8A9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262B6A2-EDD2-ECAA-8D1D-CAD3FA3B9F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1" y="1612070"/>
            <a:ext cx="4276682" cy="4204530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946755C7-011E-3D38-2A07-5C4EDE131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1806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t>Kartierung und Navigation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8884FCD-31D0-4E0F-240C-A5F51AE7B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283" y="1989666"/>
            <a:ext cx="6441844" cy="363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D3EF7C-7C32-5226-9256-E2122E36AF52}"/>
              </a:ext>
            </a:extLst>
          </p:cNvPr>
          <p:cNvSpPr txBox="1"/>
          <p:nvPr/>
        </p:nvSpPr>
        <p:spPr>
          <a:xfrm>
            <a:off x="330201" y="1881678"/>
            <a:ext cx="508846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Visualisierung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Erfordert den </a:t>
            </a:r>
            <a:r>
              <a:rPr lang="de-DE" sz="28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Livox</a:t>
            </a:r>
            <a:r>
              <a:rPr lang="de-DE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Stack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https://github.com/EF-Robotics-Humanoid-Academy/ef_ws/blob/main/g1/dev/old_scripts/navigation/slam/slam_livox_doc.md</a:t>
            </a:r>
            <a:endParaRPr lang="en-GB" sz="28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577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E2E90A-3983-DF72-B29F-0D2405FC9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2" name="Inhaltsplatzhalter 11">
            <a:extLst>
              <a:ext uri="{FF2B5EF4-FFF2-40B4-BE49-F238E27FC236}">
                <a16:creationId xmlns:a16="http://schemas.microsoft.com/office/drawing/2014/main" id="{B140299F-34E0-C83A-7900-F670D11946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620" y="2966555"/>
            <a:ext cx="9729134" cy="118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4390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8467D49-6FE1-01B2-B3A4-41B342B9F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E1AA8DC-4959-70B4-252A-5208C868C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74FA5E25-B095-4DB5-DE99-ED6D0EC5B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25314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dirty="0" err="1"/>
              <a:t>Kartierung</a:t>
            </a:r>
            <a:r>
              <a:rPr dirty="0"/>
              <a:t> und Navigation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3182EC-689F-26C0-B895-6BCC96F4E7FF}"/>
              </a:ext>
            </a:extLst>
          </p:cNvPr>
          <p:cNvSpPr txBox="1"/>
          <p:nvPr/>
        </p:nvSpPr>
        <p:spPr>
          <a:xfrm>
            <a:off x="330201" y="1824204"/>
            <a:ext cx="295625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8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Pfadplannung</a:t>
            </a:r>
            <a:endParaRPr lang="en-GB" sz="28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A* </a:t>
            </a:r>
            <a:r>
              <a:rPr sz="28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Algorithmus</a:t>
            </a:r>
            <a:endParaRPr lang="en-GB" sz="28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" name="Picture 2" descr="Figure 1 from Path Planning of Mobile Robot Based on Improved A-Star ...">
            <a:extLst>
              <a:ext uri="{FF2B5EF4-FFF2-40B4-BE49-F238E27FC236}">
                <a16:creationId xmlns:a16="http://schemas.microsoft.com/office/drawing/2014/main" id="{874B070D-4A4B-0CD4-790B-6D9E24D6D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820" y="2914219"/>
            <a:ext cx="4416489" cy="3507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B88CBDF8-E063-712B-55D2-0A9243145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741" y="2914219"/>
            <a:ext cx="3802063" cy="3507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90A7D120-91B2-2563-B3E2-AAC3542896A7}"/>
              </a:ext>
            </a:extLst>
          </p:cNvPr>
          <p:cNvSpPr txBox="1">
            <a:spLocks/>
          </p:cNvSpPr>
          <p:nvPr/>
        </p:nvSpPr>
        <p:spPr>
          <a:xfrm>
            <a:off x="-2" y="81023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dirty="0" err="1"/>
              <a:t>Daten</a:t>
            </a:r>
            <a:r>
              <a:rPr dirty="0"/>
              <a:t/>
            </a:r>
            <a:r>
              <a:rPr dirty="0" err="1"/>
              <a:t>vom</a:t>
            </a:r>
            <a:r>
              <a:rPr dirty="0"/>
              <a:t/>
            </a:r>
            <a:r>
              <a:rPr dirty="0" err="1"/>
              <a:t>Roboter</a:t>
            </a:r>
            <a:r>
              <a:rPr dirty="0"/>
              <a:t> (</a:t>
            </a:r>
            <a:r>
              <a:rPr dirty="0" err="1"/>
              <a:t>Allgemein</a:t>
            </a:r>
            <a:r>
              <a:rPr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61365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Debugging Ablauf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Kein Map → /scan </a:t>
            </a:r>
            <a:r>
              <a:rPr dirty="0" err="1"/>
              <a:t>prüfen</a:t>
            </a:r>
            <a:endParaRPr dirty="0"/>
          </a:p>
          <a:p>
            <a:r>
              <a:rPr dirty="0"/>
              <a:t>Kein </a:t>
            </a:r>
            <a:r>
              <a:rPr dirty="0" err="1"/>
              <a:t>Roboter</a:t>
            </a:r>
            <a:r>
              <a:rPr dirty="0"/>
              <a:t> → /</a:t>
            </a:r>
            <a:r>
              <a:rPr dirty="0" err="1"/>
              <a:t>tf</a:t>
            </a:r>
            <a:r>
              <a:rPr dirty="0"/>
              <a:t/>
            </a:r>
            <a:r>
              <a:rPr dirty="0" err="1"/>
              <a:t>prüfen</a:t>
            </a:r>
            <a:endParaRPr dirty="0"/>
          </a:p>
          <a:p>
            <a:r>
              <a:rPr dirty="0"/>
              <a:t>Keine </a:t>
            </a:r>
            <a:r>
              <a:rPr dirty="0" err="1"/>
              <a:t>Bewegung</a:t>
            </a:r>
            <a:r>
              <a:rPr dirty="0"/>
              <a:t> → /</a:t>
            </a:r>
            <a:r>
              <a:rPr dirty="0" err="1"/>
              <a:t>odom</a:t>
            </a:r>
            <a:r>
              <a:rPr dirty="0"/>
              <a:t/>
            </a:r>
            <a:r>
              <a:rPr dirty="0" err="1"/>
              <a:t>prüfen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8FA736EB-DF56-767E-A6A2-FEDA2CD0B00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F4E63B-CAF1-C1BA-FD7E-1B542C6A2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FF0000"/>
                </a:solidFill>
              </a:rPr>
              <a:t>Aufgabe 3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456217-2195-8BD3-56AB-6CE4CA65D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Karte erstellen</a:t>
            </a:r>
          </a:p>
          <a:p>
            <a:pPr lvl="1"/>
            <a:r>
              <a:rPr lang="de-DE" dirty="0"/>
              <a:t>SLAM starten</a:t>
            </a:r>
          </a:p>
          <a:p>
            <a:pPr lvl="1"/>
            <a:r>
              <a:rPr lang="de-DE" dirty="0"/>
              <a:t>Roboter Bewegung</a:t>
            </a:r>
          </a:p>
          <a:p>
            <a:pPr lvl="1"/>
            <a:r>
              <a:rPr lang="de-DE" dirty="0"/>
              <a:t>SLAM beenden</a:t>
            </a:r>
          </a:p>
          <a:p>
            <a:pPr lvl="1"/>
            <a:endParaRPr lang="de-DE" dirty="0"/>
          </a:p>
          <a:p>
            <a:r>
              <a:rPr lang="de-DE" dirty="0"/>
              <a:t>Navigation</a:t>
            </a:r>
          </a:p>
          <a:p>
            <a:pPr lvl="1"/>
            <a:r>
              <a:rPr lang="de-DE" dirty="0"/>
              <a:t>Lokalisierung</a:t>
            </a:r>
          </a:p>
          <a:p>
            <a:pPr lvl="1"/>
            <a:r>
              <a:rPr lang="de-DE" dirty="0"/>
              <a:t>Pfadpunkte definieren</a:t>
            </a:r>
          </a:p>
          <a:p>
            <a:pPr lvl="1"/>
            <a:r>
              <a:rPr lang="de-DE" dirty="0"/>
              <a:t>Navigation</a:t>
            </a:r>
          </a:p>
          <a:p>
            <a:endParaRPr lang="de-DE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665A5E15-8F45-925F-9F8A-ED33D437925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89490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0063C-33A2-FA1B-D73D-1F117A5F6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413C9E-3786-D397-A2A9-5EE31B522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FF0000"/>
                </a:solidFill>
              </a:rPr>
              <a:t>Aufgabe 4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A876D7-CC24-7062-B4D1-67AA66BE6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Karte erstellen</a:t>
            </a:r>
          </a:p>
          <a:p>
            <a:pPr lvl="1"/>
            <a:r>
              <a:rPr lang="de-DE" dirty="0"/>
              <a:t>SLAM starten</a:t>
            </a:r>
          </a:p>
          <a:p>
            <a:pPr lvl="1"/>
            <a:r>
              <a:rPr lang="de-DE" dirty="0"/>
              <a:t>Roboter Bewegung</a:t>
            </a:r>
          </a:p>
          <a:p>
            <a:pPr lvl="1"/>
            <a:r>
              <a:rPr lang="de-DE" dirty="0"/>
              <a:t>SLAM beenden</a:t>
            </a:r>
          </a:p>
          <a:p>
            <a:pPr lvl="1"/>
            <a:endParaRPr lang="de-DE" dirty="0"/>
          </a:p>
          <a:p>
            <a:r>
              <a:rPr lang="de-DE" dirty="0"/>
              <a:t>Navigation</a:t>
            </a:r>
          </a:p>
          <a:p>
            <a:pPr lvl="1"/>
            <a:r>
              <a:rPr lang="de-DE" dirty="0"/>
              <a:t>Lokalisierung</a:t>
            </a:r>
          </a:p>
          <a:p>
            <a:pPr lvl="1"/>
            <a:r>
              <a:rPr lang="de-DE" dirty="0"/>
              <a:t>Pfadpunkte definieren mit vordefinierten High </a:t>
            </a:r>
            <a:r>
              <a:rPr lang="de-DE" dirty="0" err="1"/>
              <a:t>level</a:t>
            </a:r>
            <a:r>
              <a:rPr lang="de-DE" dirty="0"/>
              <a:t/>
            </a:r>
            <a:r>
              <a:rPr lang="de-DE"/>
              <a:t>Arm Bewegungen</a:t>
            </a:r>
            <a:endParaRPr lang="de-DE" dirty="0"/>
          </a:p>
          <a:p>
            <a:pPr lvl="1"/>
            <a:r>
              <a:rPr lang="de-DE" dirty="0"/>
              <a:t>Navigation</a:t>
            </a:r>
          </a:p>
          <a:p>
            <a:endParaRPr lang="de-DE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16E956D-43FD-03D9-EFFA-EC772F010EB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9069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G1 Datenfluss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/scan → SLAM → /map</a:t>
            </a:r>
          </a:p>
          <a:p>
            <a:r>
              <a:rPr dirty="0"/>
              <a:t>/</a:t>
            </a:r>
            <a:r>
              <a:rPr dirty="0" err="1"/>
              <a:t>odom</a:t>
            </a:r>
            <a:r>
              <a:rPr dirty="0"/>
              <a:t> → TF → Pose</a:t>
            </a:r>
          </a:p>
          <a:p>
            <a:r>
              <a:rPr dirty="0"/>
              <a:t>→ RViz </a:t>
            </a:r>
            <a:r>
              <a:rPr dirty="0" err="1"/>
              <a:t>Visualisierung</a:t>
            </a:r>
            <a:endParaRPr dirty="0"/>
          </a:p>
        </p:txBody>
      </p:sp>
      <p:pic>
        <p:nvPicPr>
          <p:cNvPr id="4" name="Picture Placeholder 6">
            <a:extLst>
              <a:ext uri="{FF2B5EF4-FFF2-40B4-BE49-F238E27FC236}">
                <a16:creationId xmlns:a16="http://schemas.microsoft.com/office/drawing/2014/main" id="{CB6296E0-A4D5-5696-49B9-8CBFEF8EA18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22625A6-1F74-F696-FC0B-82E102543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91405D-A5C4-447E-9525-8EC9FF2FC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3280"/>
            <a:ext cx="6680200" cy="878066"/>
          </a:xfrm>
        </p:spPr>
        <p:txBody>
          <a:bodyPr>
            <a:noAutofit/>
          </a:bodyPr>
          <a:lstStyle/>
          <a:p>
            <a:pPr algn="ctr"/>
            <a:r>
              <a:rPr lang="de-DE" dirty="0">
                <a:solidFill>
                  <a:srgbClr val="C00000"/>
                </a:solidFill>
                <a:cs typeface="Roboto" panose="02000000000000000000" pitchFamily="2" charset="0"/>
              </a:rPr>
              <a:t>Aufgabe 5</a:t>
            </a:r>
            <a:endParaRPr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CE48C9-2243-CFBF-BB11-5BC88F3C1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189" y="1059079"/>
            <a:ext cx="6514011" cy="263108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de-DE" dirty="0">
              <a:cs typeface="Roboto" panose="02000000000000000000" pitchFamily="2" charset="0"/>
            </a:endParaRPr>
          </a:p>
          <a:p>
            <a:r>
              <a:rPr lang="de-DE" altLang="de-DE" dirty="0" err="1">
                <a:cs typeface="Roboto" panose="02000000000000000000" pitchFamily="2" charset="0"/>
              </a:rPr>
              <a:t>Sdk</a:t>
            </a:r>
            <a:r>
              <a:rPr lang="de-DE" altLang="de-DE" dirty="0">
                <a:cs typeface="Roboto" panose="02000000000000000000" pitchFamily="2" charset="0"/>
              </a:rPr>
              <a:t/>
            </a:r>
            <a:r>
              <a:rPr lang="de-DE" altLang="de-DE" dirty="0" err="1">
                <a:cs typeface="Roboto" panose="02000000000000000000" pitchFamily="2" charset="0"/>
              </a:rPr>
              <a:t>or</a:t>
            </a:r>
            <a:r>
              <a:rPr lang="de-DE" altLang="de-DE" dirty="0">
                <a:cs typeface="Roboto" panose="02000000000000000000" pitchFamily="2" charset="0"/>
              </a:rPr>
              <a:t/>
            </a:r>
            <a:r>
              <a:rPr lang="de-DE" altLang="de-DE" dirty="0" err="1">
                <a:cs typeface="Roboto" panose="02000000000000000000" pitchFamily="2" charset="0"/>
              </a:rPr>
              <a:t>sdk</a:t>
            </a:r>
            <a:r>
              <a:rPr lang="de-DE" altLang="de-DE" dirty="0">
                <a:cs typeface="Roboto" panose="02000000000000000000" pitchFamily="2" charset="0"/>
              </a:rPr>
              <a:t/>
            </a:r>
            <a:r>
              <a:rPr lang="de-DE" altLang="de-DE" dirty="0" err="1">
                <a:cs typeface="Roboto" panose="02000000000000000000" pitchFamily="2" charset="0"/>
              </a:rPr>
              <a:t>modules</a:t>
            </a:r>
            <a:r>
              <a:rPr lang="de-DE" altLang="de-DE" dirty="0">
                <a:cs typeface="Roboto" panose="02000000000000000000" pitchFamily="2" charset="0"/>
              </a:rPr>
              <a:t> um eine Navigationsfunktion zu erstellen mit:</a:t>
            </a:r>
          </a:p>
          <a:p>
            <a:pPr marL="914400" lvl="1" indent="-457200">
              <a:buFont typeface="+mj-lt"/>
              <a:buAutoNum type="arabicPeriod"/>
            </a:pPr>
            <a:r>
              <a:rPr lang="de-DE" altLang="de-DE" sz="2800" dirty="0">
                <a:cs typeface="Roboto" panose="02000000000000000000" pitchFamily="2" charset="0"/>
              </a:rPr>
              <a:t>Benutzung von </a:t>
            </a:r>
            <a:r>
              <a:rPr lang="de-DE" altLang="de-DE" sz="2800" dirty="0" err="1">
                <a:cs typeface="Roboto" panose="02000000000000000000" pitchFamily="2" charset="0"/>
              </a:rPr>
              <a:t>Livox</a:t>
            </a:r>
            <a:r>
              <a:rPr lang="de-DE" altLang="de-DE" sz="2800" dirty="0">
                <a:cs typeface="Roboto" panose="02000000000000000000" pitchFamily="2" charset="0"/>
              </a:rPr>
              <a:t/>
            </a:r>
            <a:r>
              <a:rPr lang="de-DE" altLang="de-DE" sz="2800" dirty="0" err="1">
                <a:cs typeface="Roboto" panose="02000000000000000000" pitchFamily="2" charset="0"/>
              </a:rPr>
              <a:t>sdk</a:t>
            </a:r>
            <a:r>
              <a:rPr lang="de-DE" altLang="de-DE" sz="2800" dirty="0">
                <a:cs typeface="Roboto" panose="02000000000000000000" pitchFamily="2" charset="0"/>
              </a:rPr>
              <a:t> zur Visualisierung</a:t>
            </a:r>
          </a:p>
          <a:p>
            <a:pPr marL="914400" lvl="1" indent="-457200">
              <a:buFont typeface="+mj-lt"/>
              <a:buAutoNum type="arabicPeriod"/>
            </a:pPr>
            <a:r>
              <a:rPr lang="de-DE" altLang="de-DE" sz="2800" dirty="0">
                <a:cs typeface="Roboto" panose="02000000000000000000" pitchFamily="2" charset="0"/>
              </a:rPr>
              <a:t>Zielpunkte definieren</a:t>
            </a:r>
          </a:p>
          <a:p>
            <a:pPr marL="914400" lvl="1" indent="-457200">
              <a:buFont typeface="+mj-lt"/>
              <a:buAutoNum type="arabicPeriod"/>
            </a:pPr>
            <a:r>
              <a:rPr lang="de-DE" altLang="de-DE" sz="2800" dirty="0">
                <a:cs typeface="Roboto" panose="02000000000000000000" pitchFamily="2" charset="0"/>
              </a:rPr>
              <a:t>Navigation mit/Ohne Hindernisvermeidung</a:t>
            </a:r>
          </a:p>
          <a:p>
            <a:pPr lvl="1"/>
            <a:endParaRPr lang="de-DE" altLang="de-DE" sz="2800" dirty="0">
              <a:cs typeface="Roboto" panose="02000000000000000000" pitchFamily="2" charset="0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2CFB457-E129-3B77-DBB2-0B220375DD3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684" y="451945"/>
            <a:ext cx="5624970" cy="587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947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DE394C9-6AC7-E32C-925E-321987D0A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E31D8B4-24B5-DA3B-3F06-6DCAE8C4D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3AD75CAB-1B36-032E-F1F6-8151DA0412E1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 err="1">
                <a:solidFill>
                  <a:srgbClr val="FB1A62"/>
                </a:solidFill>
              </a:rPr>
              <a:t>Gelenke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29C6F11C-707F-E10E-2D7E-602A7F877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4195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Grundlagen der Armtätigkeit​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BAE5A21-FE9F-5472-77E7-3C7ABD078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7843" y="1758722"/>
            <a:ext cx="5327121" cy="4718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6726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SLAM im G1 (Konzept)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SLAM = Lokalisierung + Kartierung</a:t>
            </a:r>
          </a:p>
          <a:p>
            <a:r>
              <a:t>Der Roboter erstellt eine Karte und verfolgt seine Position</a:t>
            </a:r>
          </a:p>
          <a:p>
            <a:r>
              <a:t>Wird für autonome Navigation verwendet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2870FD9-1879-9D57-93F0-37A4FDABE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190" y="261547"/>
            <a:ext cx="4647927" cy="341480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ROS2 SLAM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Sensors (LiDAR / Camera)</a:t>
            </a:r>
          </a:p>
          <a:p>
            <a:r>
              <a:t>→ SLAM Node</a:t>
            </a:r>
          </a:p>
          <a:p>
            <a:r>
              <a:rPr dirty="0"/>
              <a:t>→ Map (/map)</a:t>
            </a:r>
          </a:p>
          <a:p>
            <a:r>
              <a:rPr dirty="0"/>
              <a:t>→ Localization (/</a:t>
            </a:r>
            <a:r>
              <a:rPr dirty="0" err="1"/>
              <a:t>odom</a:t>
            </a:r>
            <a:r>
              <a:rPr dirty="0"/>
              <a:t>, /</a:t>
            </a:r>
            <a:r>
              <a:rPr dirty="0" err="1"/>
              <a:t>tf</a:t>
            </a:r>
            <a:r>
              <a:rPr dirty="0"/>
              <a:t>)</a:t>
            </a:r>
          </a:p>
          <a:p>
            <a:r>
              <a:rPr dirty="0"/>
              <a:t>→ RViz Visualization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BA04381-807A-E04E-D62A-B02C1CF3D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595" y="176336"/>
            <a:ext cx="3968885" cy="572416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Überprüfungsliste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Kartenaktualisierung in </a:t>
            </a:r>
            <a:r>
              <a:rPr lang="de-DE" dirty="0" err="1"/>
              <a:t>Rviz</a:t>
            </a:r>
            <a:endParaRPr lang="de-DE" dirty="0"/>
          </a:p>
          <a:p>
            <a:r>
              <a:rPr lang="de-DE" dirty="0"/>
              <a:t>Roboter bewegt sich korrekt</a:t>
            </a:r>
          </a:p>
          <a:p>
            <a:r>
              <a:rPr lang="de-DE" dirty="0"/>
              <a:t>TF-Baum verbunden</a:t>
            </a:r>
          </a:p>
          <a:p>
            <a:r>
              <a:rPr lang="de-DE" dirty="0"/>
              <a:t>Sensorthemen aktiv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3880593E-8F53-7A72-7B77-FBB32E51DDA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Häufige Debug-Probleme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Keine Karte → Überprüfen /</a:t>
            </a:r>
            <a:r>
              <a:rPr lang="de-DE" dirty="0" err="1"/>
              <a:t>scan</a:t>
            </a:r>
            <a:endParaRPr lang="de-DE" dirty="0"/>
          </a:p>
          <a:p>
            <a:r>
              <a:rPr lang="de-DE" dirty="0"/>
              <a:t>Kein Roboter → Überprüfen /</a:t>
            </a:r>
          </a:p>
          <a:p>
            <a:r>
              <a:rPr lang="de-DE" dirty="0"/>
              <a:t> Bewegung → Überprüfen /</a:t>
            </a:r>
            <a:r>
              <a:rPr lang="de-DE" dirty="0" err="1"/>
              <a:t>odom</a:t>
            </a:r>
            <a:endParaRPr lang="de-DE" dirty="0"/>
          </a:p>
          <a:p>
            <a:r>
              <a:rPr lang="de-DE" dirty="0"/>
              <a:t>Verzögerung → Last reduzieren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2625F4B8-2C26-3D31-A102-4B813EDEB77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Praktische SLAM Aufgabe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SLAM ausführen</a:t>
            </a:r>
          </a:p>
          <a:p>
            <a:r>
              <a:rPr lang="de-DE" dirty="0"/>
              <a:t>Roboter bewegen (Skripte </a:t>
            </a:r>
            <a:r>
              <a:rPr lang="de-DE" dirty="0" err="1"/>
              <a:t>test_motion</a:t>
            </a:r>
            <a:r>
              <a:rPr lang="de-DE" dirty="0"/>
              <a:t>)</a:t>
            </a:r>
          </a:p>
          <a:p>
            <a:r>
              <a:rPr lang="de-DE" dirty="0"/>
              <a:t>Karte beobachten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D310414-A8C6-B3E4-0C37-3DDE7FFEDB5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Lernergebnis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21B6B24B-418C-27A8-D9E9-419D9C43EB0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A18EA054-2687-929B-BF4B-122D5B5AFE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7905" y="2448816"/>
            <a:ext cx="664016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cs typeface="Roboto" panose="02000000000000000000" pitchFamily="2" charset="0"/>
              </a:rPr>
              <a:t>ROS Umgebung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dirty="0" err="1">
                <a:cs typeface="Roboto" panose="02000000000000000000" pitchFamily="2" charset="0"/>
              </a:rPr>
              <a:t>Moduswechsel</a:t>
            </a:r>
            <a:endParaRPr kumimoji="0" lang="de-DE" altLang="de-DE" b="0" i="0" u="none" strike="noStrike" cap="none" normalizeH="0" baseline="0" dirty="0">
              <a:ln>
                <a:noFill/>
              </a:ln>
              <a:effectLst/>
              <a:cs typeface="Roboto" panose="02000000000000000000" pitchFamily="2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dirty="0">
                <a:cs typeface="Roboto" panose="02000000000000000000" pitchFamily="2" charset="0"/>
              </a:rPr>
              <a:t>High Level </a:t>
            </a:r>
            <a:r>
              <a:rPr lang="de-DE" altLang="de-DE" dirty="0" err="1">
                <a:cs typeface="Roboto" panose="02000000000000000000" pitchFamily="2" charset="0"/>
              </a:rPr>
              <a:t>Locomotion</a:t>
            </a:r>
            <a:endParaRPr kumimoji="0" lang="de-DE" altLang="de-DE" b="0" i="0" u="none" strike="noStrike" cap="none" normalizeH="0" baseline="0" dirty="0">
              <a:ln>
                <a:noFill/>
              </a:ln>
              <a:effectLst/>
              <a:cs typeface="Roboto" panose="02000000000000000000" pitchFamily="2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cs typeface="Roboto" panose="02000000000000000000" pitchFamily="2" charset="0"/>
              </a:rPr>
              <a:t>SLAM und Navigation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kumimoji="0" lang="de-DE" altLang="de-DE" b="0" i="0" u="none" strike="noStrike" cap="none" normalizeH="0" baseline="0" dirty="0">
                <a:ln>
                  <a:noFill/>
                </a:ln>
                <a:effectLst/>
                <a:cs typeface="Roboto" panose="02000000000000000000" pitchFamily="2" charset="0"/>
              </a:rPr>
            </a:br>
            <a:endParaRPr kumimoji="0" lang="de-DE" altLang="de-DE" b="0" i="0" u="none" strike="noStrike" cap="none" normalizeH="0" baseline="0" dirty="0">
              <a:ln>
                <a:noFill/>
              </a:ln>
              <a:effectLst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D1C17-CA8C-B53B-DE6B-408B664E2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6" y="181204"/>
            <a:ext cx="6995380" cy="87806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Aufgabe 5 </a:t>
            </a:r>
            <a:r>
              <a:rPr lang="en-US" dirty="0"/>
              <a:t>– Services und </a:t>
            </a:r>
            <a:r>
              <a:rPr lang="en-US" dirty="0" err="1"/>
              <a:t>Moduswechsel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BC1C2-D3E9-A0B8-B604-859F8517C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79846"/>
            <a:ext cx="6685005" cy="42983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500" b="1" dirty="0"/>
              <a:t>Ziel:</a:t>
            </a:r>
            <a:r>
              <a:rPr lang="en-US" sz="2500" dirty="0"/>
              <a:t/>
            </a:r>
            <a:r>
              <a:rPr lang="en-US" sz="2500" dirty="0" err="1"/>
              <a:t>Sichere</a:t>
            </a:r>
            <a:r>
              <a:rPr lang="en-US" sz="2500" dirty="0"/>
              <a:t> und </a:t>
            </a:r>
            <a:r>
              <a:rPr lang="en-US" sz="2500" dirty="0" err="1"/>
              <a:t>wiederverwendbare</a:t>
            </a:r>
            <a:r>
              <a:rPr lang="en-US" sz="2500" dirty="0"/>
              <a:t/>
            </a:r>
            <a:r>
              <a:rPr lang="en-US" sz="2500" dirty="0" err="1"/>
              <a:t>Funktionen</a:t>
            </a:r>
            <a:endParaRPr lang="en-US" sz="2500" dirty="0"/>
          </a:p>
          <a:p>
            <a:pPr marL="0" indent="0">
              <a:buNone/>
            </a:pPr>
            <a:r>
              <a:rPr lang="en-US" sz="2500" dirty="0"/>
              <a:t> für den </a:t>
            </a:r>
            <a:r>
              <a:rPr lang="en-US" sz="2500" dirty="0" err="1"/>
              <a:t>Wechsel</a:t>
            </a:r>
            <a:r>
              <a:rPr lang="en-US" sz="2500" dirty="0"/>
              <a:t/>
            </a:r>
            <a:r>
              <a:rPr lang="en-US" sz="2500" dirty="0" err="1"/>
              <a:t>zwischen</a:t>
            </a:r>
            <a:r>
              <a:rPr lang="en-US" sz="2500" dirty="0"/>
              <a:t> G1-Modi </a:t>
            </a:r>
            <a:r>
              <a:rPr lang="en-US" sz="2500" dirty="0" err="1"/>
              <a:t>erstellen</a:t>
            </a:r>
            <a:r>
              <a:rPr lang="en-US" sz="2500" dirty="0"/>
              <a:t>.</a:t>
            </a:r>
          </a:p>
          <a:p>
            <a:pPr marL="0" indent="0">
              <a:buNone/>
            </a:pPr>
            <a:endParaRPr lang="en-US" sz="2500" dirty="0"/>
          </a:p>
          <a:p>
            <a:r>
              <a:rPr lang="en-US" sz="2500" b="1" dirty="0" err="1"/>
              <a:t>Aufgaben</a:t>
            </a:r>
            <a:endParaRPr lang="en-US" sz="2500" dirty="0"/>
          </a:p>
          <a:p>
            <a:pPr lvl="0"/>
            <a:r>
              <a:rPr lang="en-US" sz="2500" dirty="0" err="1"/>
              <a:t>Aktuellen</a:t>
            </a:r>
            <a:r>
              <a:rPr lang="en-US" sz="2500" dirty="0"/>
              <a:t/>
            </a:r>
            <a:r>
              <a:rPr lang="en-US" sz="2500" dirty="0" err="1"/>
              <a:t>Robotermodus</a:t>
            </a:r>
            <a:r>
              <a:rPr lang="en-US" sz="2500" dirty="0"/>
              <a:t/>
            </a:r>
            <a:r>
              <a:rPr lang="en-US" sz="2500" dirty="0" err="1"/>
              <a:t>erkennen</a:t>
            </a:r>
            <a:r>
              <a:rPr lang="en-US" sz="2500" dirty="0"/>
              <a:t/>
            </a:r>
          </a:p>
          <a:p>
            <a:pPr lvl="0"/>
            <a:r>
              <a:rPr lang="en-US" sz="2500" dirty="0"/>
              <a:t>Services </a:t>
            </a:r>
            <a:r>
              <a:rPr lang="en-US" sz="2500" dirty="0" err="1"/>
              <a:t>aktivieren</a:t>
            </a:r>
            <a:r>
              <a:rPr lang="en-US" sz="2500" dirty="0"/>
              <a:t>/</a:t>
            </a:r>
            <a:r>
              <a:rPr lang="en-US" sz="2500" dirty="0" err="1"/>
              <a:t>deaktivieren</a:t>
            </a:r>
            <a:r>
              <a:rPr lang="en-US" sz="2500" dirty="0"/>
              <a:t/>
            </a:r>
          </a:p>
          <a:p>
            <a:pPr lvl="0"/>
            <a:r>
              <a:rPr lang="en-US" sz="2500" dirty="0"/>
              <a:t>Gait-Service </a:t>
            </a:r>
            <a:r>
              <a:rPr lang="en-US" sz="2500" dirty="0" err="1"/>
              <a:t>umschalten</a:t>
            </a:r>
            <a:r>
              <a:rPr lang="en-US" sz="2500" dirty="0"/>
              <a:t/>
            </a:r>
          </a:p>
          <a:p>
            <a:pPr lvl="0"/>
            <a:r>
              <a:rPr lang="en-US" sz="2500" dirty="0"/>
              <a:t>Custom Mode </a:t>
            </a:r>
            <a:r>
              <a:rPr lang="en-US" sz="2500" dirty="0" err="1"/>
              <a:t>starten</a:t>
            </a:r>
            <a:r>
              <a:rPr lang="en-US" sz="2500" dirty="0"/>
              <a:t> und </a:t>
            </a:r>
            <a:r>
              <a:rPr lang="en-US" sz="2500" dirty="0" err="1"/>
              <a:t>verlassen</a:t>
            </a:r>
            <a:r>
              <a:rPr lang="en-US" sz="2500" dirty="0"/>
              <a:t/>
            </a:r>
          </a:p>
          <a:p>
            <a:pPr lvl="0"/>
            <a:r>
              <a:rPr lang="en-US" sz="2500" dirty="0" err="1"/>
              <a:t>Sicheren</a:t>
            </a:r>
            <a:r>
              <a:rPr lang="en-US" sz="2500" dirty="0"/>
              <a:t> Fallback auf Damp </a:t>
            </a:r>
            <a:r>
              <a:rPr lang="en-US" sz="2500" dirty="0" err="1"/>
              <a:t>implementieren</a:t>
            </a:r>
            <a:r>
              <a:rPr lang="en-US" sz="2500" dirty="0"/>
              <a:t/>
            </a:r>
          </a:p>
          <a:p>
            <a:r>
              <a:rPr lang="en-US" sz="2500" b="1" dirty="0"/>
              <a:t>Zu </a:t>
            </a:r>
            <a:r>
              <a:rPr lang="en-US" sz="2500" b="1" dirty="0" err="1"/>
              <a:t>implementierende</a:t>
            </a:r>
            <a:r>
              <a:rPr lang="en-US" sz="2500" b="1" dirty="0"/>
              <a:t/>
            </a:r>
            <a:r>
              <a:rPr lang="en-US" sz="2500" b="1" dirty="0" err="1"/>
              <a:t>Funktionen</a:t>
            </a:r>
            <a:endParaRPr lang="en-US" sz="2500" dirty="0"/>
          </a:p>
          <a:p>
            <a:endParaRPr lang="en-US" sz="2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9736DE-E308-B0F0-3785-7E3606CE8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649" y="2675007"/>
            <a:ext cx="6995380" cy="150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3740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C402E-7357-D86D-2161-E67A1618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1946"/>
            <a:ext cx="7137400" cy="878066"/>
          </a:xfrm>
        </p:spPr>
        <p:txBody>
          <a:bodyPr>
            <a:normAutofit fontScale="90000"/>
          </a:bodyPr>
          <a:lstStyle/>
          <a:p>
            <a:r>
              <a:rPr lang="en-US" dirty="0"/>
              <a:t>Wissen – Drei </a:t>
            </a:r>
            <a:r>
              <a:rPr lang="en-US" dirty="0" err="1"/>
              <a:t>getrennte</a:t>
            </a:r>
            <a:r>
              <a:rPr lang="en-US" dirty="0"/>
              <a:t/>
            </a:r>
            <a:r>
              <a:rPr lang="en-US" dirty="0" err="1"/>
              <a:t>Steuerungsebenen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7B083-6983-D71E-28BB-DAB36DB41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70434"/>
            <a:ext cx="6635578" cy="502692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Beim G1 </a:t>
            </a:r>
            <a:r>
              <a:rPr lang="en-US" dirty="0" err="1"/>
              <a:t>sollten</a:t>
            </a:r>
            <a:r>
              <a:rPr lang="en-US" dirty="0"/>
              <a:t/>
            </a:r>
            <a:r>
              <a:rPr lang="en-US" dirty="0" err="1"/>
              <a:t>drei</a:t>
            </a:r>
            <a:r>
              <a:rPr lang="en-US" dirty="0"/>
              <a:t/>
            </a:r>
            <a:r>
              <a:rPr lang="en-US" dirty="0" err="1"/>
              <a:t>Steuerungsebenen</a:t>
            </a:r>
            <a:r>
              <a:rPr lang="en-US" dirty="0"/>
              <a:t/>
            </a:r>
            <a:r>
              <a:rPr lang="en-US" dirty="0" err="1"/>
              <a:t>getrennt</a:t>
            </a:r>
            <a:r>
              <a:rPr lang="en-US" dirty="0"/>
              <a:t/>
            </a:r>
            <a:r>
              <a:rPr lang="en-US" dirty="0" err="1"/>
              <a:t>betrachtet</a:t>
            </a:r>
            <a:r>
              <a:rPr lang="en-US" dirty="0"/>
              <a:t/>
            </a:r>
            <a:r>
              <a:rPr lang="en-US" dirty="0" err="1"/>
              <a:t>werden</a:t>
            </a:r>
            <a:r>
              <a:rPr lang="en-US" dirty="0"/>
              <a:t>:</a:t>
            </a:r>
          </a:p>
          <a:p>
            <a:r>
              <a:rPr lang="en-US" b="1" dirty="0"/>
              <a:t>1. FSM</a:t>
            </a:r>
            <a:endParaRPr lang="en-US" dirty="0"/>
          </a:p>
          <a:p>
            <a:pPr lvl="0"/>
            <a:r>
              <a:rPr lang="en-US" dirty="0" err="1"/>
              <a:t>Definiert</a:t>
            </a:r>
            <a:r>
              <a:rPr lang="en-US" dirty="0"/>
              <a:t> den </a:t>
            </a:r>
            <a:r>
              <a:rPr lang="en-US" dirty="0" err="1"/>
              <a:t>grundlegenden</a:t>
            </a:r>
            <a:r>
              <a:rPr lang="en-US" dirty="0"/>
              <a:t/>
            </a:r>
            <a:r>
              <a:rPr lang="en-US" dirty="0" err="1"/>
              <a:t>Betriebszustand</a:t>
            </a:r>
            <a:r>
              <a:rPr lang="en-US" dirty="0"/>
              <a:t/>
            </a:r>
          </a:p>
          <a:p>
            <a:pPr lvl="0"/>
            <a:r>
              <a:rPr lang="en-US" dirty="0" err="1"/>
              <a:t>Beispiele</a:t>
            </a:r>
            <a:r>
              <a:rPr lang="en-US" dirty="0"/>
              <a:t>: Damp, Stand, Walking </a:t>
            </a:r>
          </a:p>
          <a:p>
            <a:r>
              <a:rPr lang="en-US" b="1" dirty="0"/>
              <a:t>2. Service</a:t>
            </a:r>
            <a:endParaRPr lang="en-US" dirty="0"/>
          </a:p>
          <a:p>
            <a:pPr lvl="0"/>
            <a:r>
              <a:rPr lang="en-US" dirty="0" err="1"/>
              <a:t>Aktiviert</a:t>
            </a:r>
            <a:r>
              <a:rPr lang="en-US" dirty="0"/>
              <a:t>/</a:t>
            </a:r>
            <a:r>
              <a:rPr lang="en-US" dirty="0" err="1"/>
              <a:t>deaktiviert</a:t>
            </a:r>
            <a:r>
              <a:rPr lang="en-US" dirty="0"/>
              <a:t/>
            </a:r>
            <a:r>
              <a:rPr lang="en-US" dirty="0" err="1"/>
              <a:t>bestimmte</a:t>
            </a:r>
            <a:r>
              <a:rPr lang="en-US" dirty="0"/>
              <a:t/>
            </a:r>
            <a:r>
              <a:rPr lang="en-US" dirty="0" err="1"/>
              <a:t>Roboterdienste</a:t>
            </a:r>
            <a:r>
              <a:rPr lang="en-US" dirty="0"/>
              <a:t/>
            </a:r>
          </a:p>
          <a:p>
            <a:r>
              <a:rPr lang="en-US" b="1" dirty="0"/>
              <a:t>3. Gait / Custom Mode</a:t>
            </a:r>
            <a:endParaRPr lang="en-US" dirty="0"/>
          </a:p>
          <a:p>
            <a:pPr lvl="0"/>
            <a:r>
              <a:rPr lang="en-US" dirty="0" err="1"/>
              <a:t>Definiert</a:t>
            </a:r>
            <a:r>
              <a:rPr lang="en-US" dirty="0"/>
              <a:t> die </a:t>
            </a:r>
            <a:r>
              <a:rPr lang="en-US" dirty="0" err="1"/>
              <a:t>aktive</a:t>
            </a:r>
            <a:r>
              <a:rPr lang="en-US" dirty="0"/>
              <a:t/>
            </a:r>
            <a:r>
              <a:rPr lang="en-US" dirty="0" err="1"/>
              <a:t>Bewegungslogik</a:t>
            </a:r>
            <a:r>
              <a:rPr lang="en-US" dirty="0"/>
              <a:t/>
            </a:r>
          </a:p>
          <a:p>
            <a:r>
              <a:rPr lang="en-US" b="1" dirty="0" err="1"/>
              <a:t>Wichtig</a:t>
            </a:r>
            <a:r>
              <a:rPr lang="en-US" b="1" dirty="0"/>
              <a:t>:</a:t>
            </a:r>
            <a:r>
              <a:rPr lang="en-US" dirty="0"/>
              <a:t> Ein Service-</a:t>
            </a:r>
            <a:r>
              <a:rPr lang="en-US" dirty="0" err="1"/>
              <a:t>Wechsel</a:t>
            </a:r>
            <a:r>
              <a:rPr lang="en-US" dirty="0"/>
              <a:t/>
            </a:r>
            <a:r>
              <a:rPr lang="en-US" dirty="0" err="1"/>
              <a:t>ist</a:t>
            </a:r>
            <a:r>
              <a:rPr lang="en-US" dirty="0"/>
              <a:t> nicht </a:t>
            </a:r>
            <a:r>
              <a:rPr lang="en-US" dirty="0" err="1"/>
              <a:t>automatisch</a:t>
            </a:r>
            <a:r>
              <a:rPr lang="en-US" dirty="0"/>
              <a:t/>
            </a:r>
            <a:r>
              <a:rPr lang="en-US" dirty="0" err="1"/>
              <a:t>ein</a:t>
            </a:r>
            <a:r>
              <a:rPr lang="en-US" dirty="0"/>
              <a:t> FSM-</a:t>
            </a:r>
            <a:r>
              <a:rPr lang="en-US" dirty="0" err="1"/>
              <a:t>Wechsel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F2DAD2BC-06E2-E14E-2837-9ADF56BB912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5983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EF5A6-971D-A1D3-C169-399F3D2F9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1946"/>
            <a:ext cx="7450667" cy="878066"/>
          </a:xfrm>
        </p:spPr>
        <p:txBody>
          <a:bodyPr>
            <a:normAutofit fontScale="90000"/>
          </a:bodyPr>
          <a:lstStyle/>
          <a:p>
            <a:r>
              <a:rPr lang="en-US" dirty="0"/>
              <a:t>Wissen – Damp </a:t>
            </a:r>
            <a:r>
              <a:rPr lang="en-US" dirty="0" err="1"/>
              <a:t>als</a:t>
            </a:r>
            <a:r>
              <a:rPr lang="en-US" dirty="0"/>
              <a:t/>
            </a:r>
            <a:r>
              <a:rPr lang="en-US" dirty="0" err="1"/>
              <a:t>universeller</a:t>
            </a:r>
            <a:r>
              <a:rPr lang="en-US" dirty="0"/>
              <a:t/>
            </a:r>
            <a:r>
              <a:rPr lang="en-US" dirty="0" err="1"/>
              <a:t>sicherer</a:t>
            </a:r>
            <a:r>
              <a:rPr lang="en-US" dirty="0"/>
              <a:t> Fallback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78EB6-7EB3-A291-8586-C7D9E2B70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7" y="1727199"/>
            <a:ext cx="6680199" cy="5071533"/>
          </a:xfrm>
        </p:spPr>
        <p:txBody>
          <a:bodyPr>
            <a:normAutofit/>
          </a:bodyPr>
          <a:lstStyle/>
          <a:p>
            <a:r>
              <a:rPr lang="en-US" dirty="0"/>
              <a:t>Damp </a:t>
            </a:r>
            <a:r>
              <a:rPr lang="en-US" dirty="0" err="1"/>
              <a:t>dient</a:t>
            </a:r>
            <a:r>
              <a:rPr lang="en-US" dirty="0"/>
              <a:t/>
            </a:r>
            <a:r>
              <a:rPr lang="en-US" dirty="0" err="1"/>
              <a:t>als</a:t>
            </a:r>
            <a:r>
              <a:rPr lang="en-US" dirty="0"/>
              <a:t/>
            </a:r>
            <a:r>
              <a:rPr lang="en-US" dirty="0" err="1"/>
              <a:t>wichtiger</a:t>
            </a:r>
            <a:r>
              <a:rPr lang="en-US" dirty="0"/>
              <a:t/>
            </a:r>
            <a:r>
              <a:rPr lang="en-US" dirty="0" err="1"/>
              <a:t>sicherer</a:t>
            </a:r>
            <a:r>
              <a:rPr lang="en-US" dirty="0"/>
              <a:t/>
            </a:r>
            <a:r>
              <a:rPr lang="en-US" dirty="0" err="1"/>
              <a:t>Zwischen</a:t>
            </a:r>
            <a:r>
              <a:rPr lang="en-US" dirty="0"/>
              <a:t>-/Fallback-</a:t>
            </a:r>
            <a:r>
              <a:rPr lang="en-US" dirty="0" err="1"/>
              <a:t>Zustand</a:t>
            </a:r>
            <a:r>
              <a:rPr lang="en-US" dirty="0"/>
              <a:t>.</a:t>
            </a:r>
          </a:p>
          <a:p>
            <a:r>
              <a:rPr lang="en-US" b="1" dirty="0" err="1"/>
              <a:t>Typische</a:t>
            </a:r>
            <a:r>
              <a:rPr lang="en-US" b="1" dirty="0"/>
              <a:t/>
            </a:r>
            <a:r>
              <a:rPr lang="en-US" b="1" dirty="0" err="1"/>
              <a:t>Verwendung</a:t>
            </a:r>
            <a:endParaRPr lang="en-US" dirty="0"/>
          </a:p>
          <a:p>
            <a:pPr lvl="0"/>
            <a:r>
              <a:rPr lang="en-US" dirty="0"/>
              <a:t>Vor </a:t>
            </a:r>
            <a:r>
              <a:rPr lang="en-US" dirty="0" err="1"/>
              <a:t>kritischen</a:t>
            </a:r>
            <a:r>
              <a:rPr lang="en-US" dirty="0"/>
              <a:t> Mode Switches </a:t>
            </a:r>
          </a:p>
          <a:p>
            <a:pPr lvl="0"/>
            <a:r>
              <a:rPr lang="en-US" dirty="0"/>
              <a:t>Bei </a:t>
            </a:r>
            <a:r>
              <a:rPr lang="en-US" dirty="0" err="1"/>
              <a:t>fehlgeschlagenem</a:t>
            </a:r>
            <a:r>
              <a:rPr lang="en-US" dirty="0"/>
              <a:t/>
            </a:r>
            <a:r>
              <a:rPr lang="en-US" dirty="0" err="1"/>
              <a:t>Wechsel</a:t>
            </a:r>
            <a:r>
              <a:rPr lang="en-US" dirty="0"/>
              <a:t/>
            </a:r>
          </a:p>
          <a:p>
            <a:pPr lvl="0"/>
            <a:r>
              <a:rPr lang="en-US" dirty="0"/>
              <a:t>Beim </a:t>
            </a:r>
            <a:r>
              <a:rPr lang="en-US" dirty="0" err="1"/>
              <a:t>Abbruch</a:t>
            </a:r>
            <a:r>
              <a:rPr lang="en-US" dirty="0"/>
              <a:t/>
            </a:r>
            <a:r>
              <a:rPr lang="en-US" dirty="0" err="1"/>
              <a:t>einer</a:t>
            </a:r>
            <a:r>
              <a:rPr lang="en-US" dirty="0"/>
              <a:t/>
            </a:r>
            <a:r>
              <a:rPr lang="en-US" dirty="0" err="1"/>
              <a:t>Bewegungssequenz</a:t>
            </a:r>
            <a:r>
              <a:rPr lang="en-US" dirty="0"/>
              <a:t/>
            </a:r>
          </a:p>
          <a:p>
            <a:pPr lvl="0"/>
            <a:r>
              <a:rPr lang="en-US" dirty="0"/>
              <a:t>Vor dem </a:t>
            </a:r>
            <a:r>
              <a:rPr lang="en-US" dirty="0" err="1"/>
              <a:t>Zurücksetzen</a:t>
            </a:r>
            <a:r>
              <a:rPr lang="en-US" dirty="0"/>
              <a:t/>
            </a:r>
            <a:r>
              <a:rPr lang="en-US" dirty="0" err="1"/>
              <a:t>eines</a:t>
            </a:r>
            <a:r>
              <a:rPr lang="en-US" dirty="0"/>
              <a:t> Custom Modes</a:t>
            </a:r>
          </a:p>
          <a:p>
            <a:endParaRPr lang="en-US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57EF9271-AA5F-33A9-A34F-A7C183ADC31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5734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92364-9840-2D14-1EFC-D657785A1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1946"/>
            <a:ext cx="8796867" cy="878066"/>
          </a:xfrm>
        </p:spPr>
        <p:txBody>
          <a:bodyPr>
            <a:normAutofit fontScale="90000"/>
          </a:bodyPr>
          <a:lstStyle/>
          <a:p>
            <a:r>
              <a:rPr lang="en-US" dirty="0"/>
              <a:t>Aufgabe – </a:t>
            </a:r>
            <a:r>
              <a:rPr lang="en-US" dirty="0" err="1"/>
              <a:t>damp_mode</a:t>
            </a:r>
            <a:r>
              <a:rPr lang="en-US" dirty="0"/>
              <a:t>, </a:t>
            </a:r>
            <a:r>
              <a:rPr lang="en-US" dirty="0" err="1"/>
              <a:t>toggle_service</a:t>
            </a:r>
            <a:r>
              <a:rPr lang="en-US" dirty="0"/>
              <a:t>/gait, </a:t>
            </a:r>
            <a:r>
              <a:rPr lang="en-US" dirty="0" err="1"/>
              <a:t>toggle_custom_mode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33507-1593-2688-2A10-8AEB2869E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004068"/>
            <a:ext cx="5562987" cy="4283678"/>
          </a:xfrm>
        </p:spPr>
        <p:txBody>
          <a:bodyPr/>
          <a:lstStyle/>
          <a:p>
            <a:r>
              <a:rPr lang="en-US" b="1" dirty="0" err="1"/>
              <a:t>Anforderungen</a:t>
            </a:r>
            <a:endParaRPr lang="en-US" dirty="0"/>
          </a:p>
          <a:p>
            <a:pPr lvl="0"/>
            <a:r>
              <a:rPr lang="en-US" dirty="0" err="1"/>
              <a:t>Aktuellen</a:t>
            </a:r>
            <a:r>
              <a:rPr lang="en-US" dirty="0"/>
              <a:t/>
            </a:r>
            <a:r>
              <a:rPr lang="en-US" dirty="0" err="1"/>
              <a:t>Zustand</a:t>
            </a:r>
            <a:r>
              <a:rPr lang="en-US" dirty="0"/>
              <a:t/>
            </a:r>
            <a:r>
              <a:rPr lang="en-US" dirty="0" err="1"/>
              <a:t>prüfen</a:t>
            </a:r>
            <a:r>
              <a:rPr lang="en-US" dirty="0"/>
              <a:t/>
            </a:r>
          </a:p>
          <a:p>
            <a:pPr lvl="0"/>
            <a:r>
              <a:rPr lang="en-US" dirty="0"/>
              <a:t>Fehler </a:t>
            </a:r>
            <a:r>
              <a:rPr lang="en-US" dirty="0" err="1"/>
              <a:t>behandeln</a:t>
            </a:r>
            <a:r>
              <a:rPr lang="en-US" dirty="0"/>
              <a:t/>
            </a:r>
          </a:p>
          <a:p>
            <a:pPr lvl="0"/>
            <a:r>
              <a:rPr lang="en-US" dirty="0" err="1"/>
              <a:t>Sicheren</a:t>
            </a:r>
            <a:r>
              <a:rPr lang="en-US" dirty="0"/>
              <a:t> Fallback </a:t>
            </a:r>
            <a:r>
              <a:rPr lang="en-US" dirty="0" err="1"/>
              <a:t>verwenden</a:t>
            </a:r>
            <a:r>
              <a:rPr lang="en-US" dirty="0"/>
              <a:t/>
            </a:r>
          </a:p>
          <a:p>
            <a:pPr lvl="0"/>
            <a:r>
              <a:rPr lang="en-US" dirty="0"/>
              <a:t>Status </a:t>
            </a:r>
            <a:r>
              <a:rPr lang="en-US" dirty="0" err="1"/>
              <a:t>nach</a:t>
            </a:r>
            <a:r>
              <a:rPr lang="en-US" dirty="0"/>
              <a:t> dem </a:t>
            </a:r>
            <a:r>
              <a:rPr lang="en-US" dirty="0" err="1"/>
              <a:t>Wechsel</a:t>
            </a:r>
            <a:r>
              <a:rPr lang="en-US" dirty="0"/>
              <a:t/>
            </a:r>
            <a:r>
              <a:rPr lang="en-US" dirty="0" err="1"/>
              <a:t>verifizieren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81D692-9937-9DC5-B638-D1BAE1690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647" y="1169551"/>
            <a:ext cx="6678440" cy="484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6713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EB29D-34FF-0111-89D2-B5DF8FB7A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Suggested Prompt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C3C350-6A27-D6E3-E353-141AF17395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1200" y="1832833"/>
            <a:ext cx="7724375" cy="3751134"/>
          </a:xfrm>
          <a:prstGeom prst="rect">
            <a:avLst/>
          </a:prstGeom>
        </p:spPr>
      </p:pic>
      <p:pic>
        <p:nvPicPr>
          <p:cNvPr id="6" name="Picture Placeholder 6">
            <a:extLst>
              <a:ext uri="{FF2B5EF4-FFF2-40B4-BE49-F238E27FC236}">
                <a16:creationId xmlns:a16="http://schemas.microsoft.com/office/drawing/2014/main" id="{00856487-5A73-0E39-3EFC-4C3A0138224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7826441" y="451946"/>
            <a:ext cx="5139916" cy="536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1011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36118-B87E-B76E-01AB-3383B9717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1946"/>
            <a:ext cx="8136467" cy="87806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Lösung</a:t>
            </a:r>
            <a:r>
              <a:rPr lang="en-US" dirty="0"/>
              <a:t> – </a:t>
            </a:r>
            <a:r>
              <a:rPr lang="en-US" dirty="0" err="1"/>
              <a:t>toggle_custom_mode</a:t>
            </a:r>
            <a:r>
              <a:rPr lang="en-US" dirty="0"/>
              <a:t>: </a:t>
            </a:r>
            <a:r>
              <a:rPr lang="en-US" dirty="0" err="1"/>
              <a:t>symmetrisches</a:t>
            </a:r>
            <a:r>
              <a:rPr lang="en-US" dirty="0"/>
              <a:t> Enter/Exit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2804E-B044-1F7B-1816-B67DB2923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122376"/>
            <a:ext cx="5562987" cy="428367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Ein Custom Mode </a:t>
            </a:r>
            <a:r>
              <a:rPr lang="en-US" dirty="0" err="1"/>
              <a:t>sollte</a:t>
            </a:r>
            <a:r>
              <a:rPr lang="en-US" dirty="0"/>
              <a:t/>
            </a:r>
            <a:r>
              <a:rPr lang="en-US" b="1" dirty="0" err="1"/>
              <a:t>symmetrisch</a:t>
            </a:r>
            <a:r>
              <a:rPr lang="en-US" dirty="0"/>
              <a:t/>
            </a:r>
            <a:r>
              <a:rPr lang="en-US" dirty="0" err="1"/>
              <a:t>betreten</a:t>
            </a:r>
            <a:r>
              <a:rPr lang="en-US" dirty="0"/>
              <a:t> und </a:t>
            </a:r>
            <a:r>
              <a:rPr lang="en-US" dirty="0" err="1"/>
              <a:t>verlassen</a:t>
            </a:r>
            <a:r>
              <a:rPr lang="en-US" dirty="0"/>
              <a:t/>
            </a:r>
            <a:r>
              <a:rPr lang="en-US" dirty="0" err="1"/>
              <a:t>werden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 err="1"/>
              <a:t>Vorteile</a:t>
            </a:r>
            <a:endParaRPr lang="en-US" dirty="0"/>
          </a:p>
          <a:p>
            <a:pPr lvl="0"/>
            <a:r>
              <a:rPr lang="en-US" dirty="0" err="1"/>
              <a:t>Vorhersehbares</a:t>
            </a:r>
            <a:r>
              <a:rPr lang="en-US" dirty="0"/>
              <a:t/>
            </a:r>
            <a:r>
              <a:rPr lang="en-US" dirty="0" err="1"/>
              <a:t>Verhalten</a:t>
            </a:r>
            <a:r>
              <a:rPr lang="en-US" dirty="0"/>
              <a:t/>
            </a:r>
          </a:p>
          <a:p>
            <a:pPr lvl="0"/>
            <a:r>
              <a:rPr lang="en-US" dirty="0" err="1"/>
              <a:t>Einfacheres</a:t>
            </a:r>
            <a:r>
              <a:rPr lang="en-US" dirty="0"/>
              <a:t> Debugging </a:t>
            </a:r>
          </a:p>
          <a:p>
            <a:pPr lvl="0"/>
            <a:r>
              <a:rPr lang="en-US" dirty="0"/>
              <a:t>Weniger </a:t>
            </a:r>
            <a:r>
              <a:rPr lang="en-US" dirty="0" err="1"/>
              <a:t>unerwartete</a:t>
            </a:r>
            <a:r>
              <a:rPr lang="en-US" dirty="0"/>
              <a:t/>
            </a:r>
            <a:r>
              <a:rPr lang="en-US" dirty="0" err="1"/>
              <a:t>Zustände</a:t>
            </a:r>
            <a:r>
              <a:rPr lang="en-US" dirty="0"/>
              <a:t/>
            </a:r>
          </a:p>
          <a:p>
            <a:pPr lvl="0"/>
            <a:r>
              <a:rPr lang="en-US" dirty="0" err="1"/>
              <a:t>Sichereres</a:t>
            </a:r>
            <a:r>
              <a:rPr lang="en-US" dirty="0"/>
              <a:t> Testen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DD0957-A26C-CB76-5469-B00204D1E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162" y="1749127"/>
            <a:ext cx="6918422" cy="335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2197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DA9E8-BDE2-92C4-11C7-E4284E695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1946"/>
            <a:ext cx="6401188" cy="87806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Aufgabe 6 </a:t>
            </a:r>
            <a:r>
              <a:rPr lang="en-US" dirty="0"/>
              <a:t>– </a:t>
            </a:r>
            <a:r>
              <a:rPr lang="en-US" dirty="0" err="1"/>
              <a:t>Grundlegende</a:t>
            </a:r>
            <a:r>
              <a:rPr lang="en-US" dirty="0"/>
              <a:t> Locomotion-Helfer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2053F-817D-150C-E523-2143982BB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880500"/>
            <a:ext cx="5562987" cy="428367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Ziel:</a:t>
            </a:r>
            <a:r>
              <a:rPr lang="en-US" dirty="0"/>
              <a:t/>
            </a:r>
            <a:r>
              <a:rPr lang="en-US" dirty="0" err="1"/>
              <a:t>Wiederverwendbare</a:t>
            </a:r>
            <a:r>
              <a:rPr lang="en-US" dirty="0"/>
              <a:t/>
            </a:r>
            <a:r>
              <a:rPr lang="en-US" dirty="0" err="1"/>
              <a:t>Bewegungsfunktionen</a:t>
            </a:r>
            <a:r>
              <a:rPr lang="en-US" dirty="0"/>
              <a:t/>
            </a:r>
            <a:r>
              <a:rPr lang="en-US" dirty="0" err="1"/>
              <a:t>erstellen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 err="1"/>
              <a:t>Aufgaben</a:t>
            </a:r>
            <a:endParaRPr lang="en-US" dirty="0"/>
          </a:p>
          <a:p>
            <a:pPr lvl="0"/>
            <a:r>
              <a:rPr lang="en-US" dirty="0" err="1"/>
              <a:t>Vorwärts</a:t>
            </a:r>
            <a:r>
              <a:rPr lang="en-US" dirty="0"/>
              <a:t>/</a:t>
            </a:r>
            <a:r>
              <a:rPr lang="en-US" dirty="0" err="1"/>
              <a:t>rückwärts</a:t>
            </a:r>
            <a:r>
              <a:rPr lang="en-US" dirty="0"/>
              <a:t/>
            </a:r>
            <a:r>
              <a:rPr lang="en-US" dirty="0" err="1"/>
              <a:t>fahren</a:t>
            </a:r>
            <a:r>
              <a:rPr lang="en-US" dirty="0"/>
              <a:t/>
            </a:r>
          </a:p>
          <a:p>
            <a:pPr lvl="0"/>
            <a:r>
              <a:rPr lang="en-US" dirty="0" err="1"/>
              <a:t>Seitliche</a:t>
            </a:r>
            <a:r>
              <a:rPr lang="en-US" dirty="0"/>
              <a:t/>
            </a:r>
            <a:r>
              <a:rPr lang="en-US" dirty="0" err="1"/>
              <a:t>Bewegung</a:t>
            </a:r>
            <a:r>
              <a:rPr lang="en-US" dirty="0"/>
              <a:t/>
            </a:r>
          </a:p>
          <a:p>
            <a:pPr lvl="0"/>
            <a:r>
              <a:rPr lang="en-US" dirty="0"/>
              <a:t>Rotation </a:t>
            </a:r>
          </a:p>
          <a:p>
            <a:pPr lvl="0"/>
            <a:r>
              <a:rPr lang="en-US" dirty="0" err="1"/>
              <a:t>Bewegung</a:t>
            </a:r>
            <a:r>
              <a:rPr lang="en-US" dirty="0"/>
              <a:t/>
            </a:r>
            <a:r>
              <a:rPr lang="en-US" dirty="0" err="1"/>
              <a:t>nach</a:t>
            </a:r>
            <a:r>
              <a:rPr lang="en-US" dirty="0"/>
              <a:t/>
            </a:r>
            <a:r>
              <a:rPr lang="en-US" dirty="0" err="1"/>
              <a:t>definierter</a:t>
            </a:r>
            <a:r>
              <a:rPr lang="en-US" dirty="0"/>
              <a:t/>
            </a:r>
            <a:r>
              <a:rPr lang="en-US" dirty="0" err="1"/>
              <a:t>Distanz</a:t>
            </a:r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202D9-B7E2-ACA7-C548-DA40FC753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049" y="2285250"/>
            <a:ext cx="6119551" cy="228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1221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5122D-FF74-39CF-324B-95CFBCB39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1946"/>
            <a:ext cx="8602133" cy="878066"/>
          </a:xfrm>
        </p:spPr>
        <p:txBody>
          <a:bodyPr>
            <a:normAutofit fontScale="90000"/>
          </a:bodyPr>
          <a:lstStyle/>
          <a:p>
            <a:r>
              <a:rPr lang="en-US" dirty="0"/>
              <a:t>Wissen – Continuous vs. Non-continuous Move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03154-7100-7A7D-B62C-7CD291E38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67" y="1330012"/>
            <a:ext cx="6660292" cy="4965143"/>
          </a:xfrm>
        </p:spPr>
        <p:txBody>
          <a:bodyPr>
            <a:noAutofit/>
          </a:bodyPr>
          <a:lstStyle/>
          <a:p>
            <a:r>
              <a:rPr lang="en-US" sz="1800" dirty="0"/>
              <a:t>Der </a:t>
            </a:r>
            <a:r>
              <a:rPr lang="en-US" sz="1800" dirty="0" err="1"/>
              <a:t>Bewegungsbefehl</a:t>
            </a:r>
            <a:r>
              <a:rPr lang="en-US" sz="1800" dirty="0"/>
              <a:t/>
            </a:r>
            <a:r>
              <a:rPr lang="en-US" sz="1800" dirty="0" err="1"/>
              <a:t>bleibt</a:t>
            </a:r>
            <a:r>
              <a:rPr lang="en-US" sz="1800" dirty="0"/>
              <a:t/>
            </a:r>
            <a:r>
              <a:rPr lang="en-US" sz="1800" dirty="0" err="1"/>
              <a:t>aktiv</a:t>
            </a:r>
            <a:r>
              <a:rPr lang="en-US" sz="1800" dirty="0"/>
              <a:t>, bis </a:t>
            </a:r>
            <a:r>
              <a:rPr lang="en-US" sz="1800" dirty="0" err="1"/>
              <a:t>ein</a:t>
            </a:r>
            <a:r>
              <a:rPr lang="en-US" sz="1800" dirty="0"/>
              <a:t/>
            </a:r>
            <a:r>
              <a:rPr lang="en-US" sz="1800" dirty="0" err="1"/>
              <a:t>neuer</a:t>
            </a:r>
            <a:r>
              <a:rPr lang="en-US" sz="1800" dirty="0"/>
              <a:t/>
            </a:r>
            <a:r>
              <a:rPr lang="en-US" sz="1800" dirty="0" err="1"/>
              <a:t>Befehl</a:t>
            </a:r>
            <a:r>
              <a:rPr lang="en-US" sz="1800" dirty="0"/>
              <a:t/>
            </a:r>
            <a:r>
              <a:rPr lang="en-US" sz="1800" dirty="0" err="1"/>
              <a:t>oder</a:t>
            </a:r>
            <a:r>
              <a:rPr lang="en-US" sz="1800" dirty="0"/>
              <a:t> Stop </a:t>
            </a:r>
            <a:r>
              <a:rPr lang="en-US" sz="1800" dirty="0" err="1"/>
              <a:t>gesendet</a:t>
            </a:r>
            <a:r>
              <a:rPr lang="en-US" sz="1800" dirty="0"/>
              <a:t/>
            </a:r>
            <a:r>
              <a:rPr lang="en-US" sz="1800" dirty="0" err="1"/>
              <a:t>wird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dirty="0" err="1"/>
              <a:t>Geeignet</a:t>
            </a:r>
            <a:r>
              <a:rPr lang="en-US" sz="1800" dirty="0"/>
              <a:t> für:</a:t>
            </a:r>
          </a:p>
          <a:p>
            <a:pPr lvl="0"/>
            <a:r>
              <a:rPr lang="en-US" sz="1800" dirty="0"/>
              <a:t>Joystick </a:t>
            </a:r>
          </a:p>
          <a:p>
            <a:pPr lvl="0"/>
            <a:r>
              <a:rPr lang="en-US" sz="1800" dirty="0"/>
              <a:t>Teleoperation </a:t>
            </a:r>
          </a:p>
          <a:p>
            <a:pPr lvl="0"/>
            <a:r>
              <a:rPr lang="en-US" sz="1800" dirty="0" err="1"/>
              <a:t>kontinuierliche</a:t>
            </a:r>
            <a:r>
              <a:rPr lang="en-US" sz="1800" dirty="0"/>
              <a:t/>
            </a:r>
            <a:r>
              <a:rPr lang="en-US" sz="1800" dirty="0" err="1"/>
              <a:t>Steuerung</a:t>
            </a:r>
            <a:r>
              <a:rPr lang="en-US" sz="1800" dirty="0"/>
              <a:t/>
            </a:r>
          </a:p>
          <a:p>
            <a:pPr lvl="0"/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Non-continuous Move</a:t>
            </a:r>
            <a:endParaRPr lang="en-US" sz="1800" dirty="0"/>
          </a:p>
          <a:p>
            <a:r>
              <a:rPr lang="en-US" sz="1800" dirty="0" err="1"/>
              <a:t>Bewegung</a:t>
            </a:r>
            <a:r>
              <a:rPr lang="en-US" sz="1800" dirty="0"/>
              <a:t/>
            </a:r>
            <a:r>
              <a:rPr lang="en-US" sz="1800" dirty="0" err="1"/>
              <a:t>wird</a:t>
            </a:r>
            <a:r>
              <a:rPr lang="en-US" sz="1800" dirty="0"/>
              <a:t> für </a:t>
            </a:r>
            <a:r>
              <a:rPr lang="en-US" sz="1800" dirty="0" err="1"/>
              <a:t>eine</a:t>
            </a:r>
            <a:r>
              <a:rPr lang="en-US" sz="1800" dirty="0"/>
              <a:t/>
            </a:r>
            <a:r>
              <a:rPr lang="en-US" sz="1800" dirty="0" err="1"/>
              <a:t>definierte</a:t>
            </a:r>
            <a:r>
              <a:rPr lang="en-US" sz="1800" dirty="0"/>
              <a:t> Dauer </a:t>
            </a:r>
            <a:r>
              <a:rPr lang="en-US" sz="1800" dirty="0" err="1"/>
              <a:t>oder</a:t>
            </a:r>
            <a:r>
              <a:rPr lang="en-US" sz="1800" dirty="0"/>
              <a:t/>
            </a:r>
            <a:r>
              <a:rPr lang="en-US" sz="1800" dirty="0" err="1"/>
              <a:t>Distanz</a:t>
            </a:r>
            <a:r>
              <a:rPr lang="en-US" sz="1800" dirty="0"/>
              <a:t/>
            </a:r>
            <a:r>
              <a:rPr lang="en-US" sz="1800" dirty="0" err="1"/>
              <a:t>ausgeführt</a:t>
            </a:r>
            <a:r>
              <a:rPr lang="en-US" sz="1800" dirty="0"/>
              <a:t>.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Geeignet</a:t>
            </a:r>
            <a:r>
              <a:rPr lang="en-US" sz="1800" dirty="0"/>
              <a:t> für:</a:t>
            </a:r>
          </a:p>
          <a:p>
            <a:pPr lvl="0"/>
            <a:r>
              <a:rPr lang="en-US" sz="1800" dirty="0" err="1"/>
              <a:t>Automatisierte</a:t>
            </a:r>
            <a:r>
              <a:rPr lang="en-US" sz="1800" dirty="0"/>
              <a:t/>
            </a:r>
            <a:r>
              <a:rPr lang="en-US" sz="1800" dirty="0" err="1"/>
              <a:t>Sequenzen</a:t>
            </a:r>
            <a:r>
              <a:rPr lang="en-US" sz="1800" dirty="0"/>
              <a:t/>
            </a:r>
          </a:p>
          <a:p>
            <a:pPr lvl="0"/>
            <a:r>
              <a:rPr lang="en-US" sz="1800" dirty="0" err="1"/>
              <a:t>definierte</a:t>
            </a:r>
            <a:r>
              <a:rPr lang="en-US" sz="1800" dirty="0"/>
              <a:t/>
            </a:r>
            <a:r>
              <a:rPr lang="en-US" sz="1800" dirty="0" err="1"/>
              <a:t>Bewegungsaufgaben</a:t>
            </a:r>
            <a:r>
              <a:rPr lang="en-US" sz="1800" dirty="0"/>
              <a:t/>
            </a:r>
          </a:p>
          <a:p>
            <a:pPr lvl="0"/>
            <a:r>
              <a:rPr lang="en-US" sz="1800" dirty="0" err="1"/>
              <a:t>reproduzierbare</a:t>
            </a:r>
            <a:r>
              <a:rPr lang="en-US" sz="1800" dirty="0"/>
              <a:t> Tests</a:t>
            </a:r>
          </a:p>
          <a:p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2E3B3F-7CFB-695F-8974-751BD1A90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9558" y="2354934"/>
            <a:ext cx="7723175" cy="123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0303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39391-93B8-75BD-EDEF-F078069EE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1946"/>
            <a:ext cx="6401187" cy="878066"/>
          </a:xfrm>
        </p:spPr>
        <p:txBody>
          <a:bodyPr>
            <a:normAutofit fontScale="90000"/>
          </a:bodyPr>
          <a:lstStyle/>
          <a:p>
            <a:r>
              <a:rPr lang="en-US" dirty="0"/>
              <a:t>Wissen – Ein Lock, </a:t>
            </a:r>
            <a:r>
              <a:rPr lang="en-US" dirty="0" err="1"/>
              <a:t>ein</a:t>
            </a:r>
            <a:r>
              <a:rPr lang="en-US" dirty="0"/>
              <a:t> Command </a:t>
            </a:r>
            <a:r>
              <a:rPr lang="en-US" dirty="0" err="1"/>
              <a:t>zur</a:t>
            </a:r>
            <a:r>
              <a:rPr lang="en-US" dirty="0"/>
              <a:t/>
            </a:r>
            <a:r>
              <a:rPr lang="en-US" dirty="0" err="1"/>
              <a:t>gleichen</a:t>
            </a:r>
            <a:r>
              <a:rPr lang="en-US" dirty="0"/>
              <a:t> Zeit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7CAA1-060E-DAC0-CBDE-397379D11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17" y="1892856"/>
            <a:ext cx="6532218" cy="4965143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Mehrere</a:t>
            </a:r>
            <a:r>
              <a:rPr lang="en-US" dirty="0"/>
              <a:t/>
            </a:r>
            <a:r>
              <a:rPr lang="en-US" dirty="0" err="1"/>
              <a:t>Bewegungsbefehle</a:t>
            </a:r>
            <a:r>
              <a:rPr lang="en-US" dirty="0"/>
              <a:t/>
            </a:r>
            <a:r>
              <a:rPr lang="en-US" dirty="0" err="1"/>
              <a:t>dürfen</a:t>
            </a:r>
            <a:r>
              <a:rPr lang="en-US" dirty="0"/>
              <a:t/>
            </a:r>
            <a:r>
              <a:rPr lang="en-US" dirty="0" err="1"/>
              <a:t>sich</a:t>
            </a:r>
            <a:r>
              <a:rPr lang="en-US" dirty="0"/>
              <a:t> nicht </a:t>
            </a:r>
            <a:r>
              <a:rPr lang="en-US" dirty="0" err="1"/>
              <a:t>gegenseitig</a:t>
            </a:r>
            <a:r>
              <a:rPr lang="en-US" dirty="0"/>
              <a:t/>
            </a:r>
            <a:r>
              <a:rPr lang="en-US" dirty="0" err="1"/>
              <a:t>überschreiben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Dies </a:t>
            </a:r>
            <a:r>
              <a:rPr lang="en-US" dirty="0" err="1"/>
              <a:t>kann</a:t>
            </a:r>
            <a:r>
              <a:rPr lang="en-US" dirty="0"/>
              <a:t/>
            </a:r>
            <a:r>
              <a:rPr lang="en-US" dirty="0" err="1"/>
              <a:t>zu</a:t>
            </a:r>
            <a:r>
              <a:rPr lang="en-US" dirty="0"/>
              <a:t/>
            </a:r>
            <a:r>
              <a:rPr lang="en-US" dirty="0" err="1"/>
              <a:t>unerwartetem</a:t>
            </a:r>
            <a:r>
              <a:rPr lang="en-US" dirty="0"/>
              <a:t/>
            </a:r>
            <a:r>
              <a:rPr lang="en-US" dirty="0" err="1"/>
              <a:t>Verhalten</a:t>
            </a:r>
            <a:r>
              <a:rPr lang="en-US" dirty="0"/>
              <a:t/>
            </a:r>
            <a:r>
              <a:rPr lang="en-US" dirty="0" err="1"/>
              <a:t>führen</a:t>
            </a:r>
            <a:r>
              <a:rPr lang="en-US" dirty="0"/>
              <a:t>.</a:t>
            </a:r>
          </a:p>
          <a:p>
            <a:r>
              <a:rPr lang="en-US" b="1" dirty="0" err="1"/>
              <a:t>Lösung</a:t>
            </a:r>
            <a:endParaRPr lang="en-US" dirty="0"/>
          </a:p>
          <a:p>
            <a:r>
              <a:rPr lang="en-US" dirty="0"/>
              <a:t>Nur </a:t>
            </a:r>
            <a:r>
              <a:rPr lang="en-US" b="1" dirty="0" err="1"/>
              <a:t>ein</a:t>
            </a:r>
            <a:r>
              <a:rPr lang="en-US" b="1" dirty="0"/>
              <a:t/>
            </a:r>
            <a:r>
              <a:rPr lang="en-US" b="1" dirty="0" err="1"/>
              <a:t>aktiver</a:t>
            </a:r>
            <a:r>
              <a:rPr lang="en-US" b="1" dirty="0"/>
              <a:t> Locomotion Command</a:t>
            </a:r>
            <a:r>
              <a:rPr lang="en-US" dirty="0"/>
              <a:t/>
            </a:r>
            <a:r>
              <a:rPr lang="en-US" dirty="0" err="1"/>
              <a:t>zur</a:t>
            </a:r>
            <a:r>
              <a:rPr lang="en-US" dirty="0"/>
              <a:t/>
            </a:r>
            <a:r>
              <a:rPr lang="en-US" dirty="0" err="1"/>
              <a:t>gleichen</a:t>
            </a:r>
            <a:r>
              <a:rPr lang="en-US" dirty="0"/>
              <a:t> Zeit</a:t>
            </a:r>
          </a:p>
          <a:p>
            <a:endParaRPr lang="en-US" dirty="0"/>
          </a:p>
          <a:p>
            <a:r>
              <a:rPr lang="en-US" b="1" dirty="0" err="1"/>
              <a:t>Prinzip</a:t>
            </a:r>
            <a:r>
              <a:rPr lang="en-US" b="1" dirty="0"/>
              <a:t>:</a:t>
            </a:r>
            <a:r>
              <a:rPr lang="en-US" dirty="0"/>
              <a:t> One lock → one command → predictable motion.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89E58A-4A24-329B-44A4-DD8D82A45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2268" y="451945"/>
            <a:ext cx="6142722" cy="13345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0F78A2-4A99-D550-8068-0C8D21FA1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420" y="3318933"/>
            <a:ext cx="573457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2000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4552A-EC0C-C602-5ABF-0DFEB3063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1946"/>
            <a:ext cx="6401187" cy="878066"/>
          </a:xfrm>
        </p:spPr>
        <p:txBody>
          <a:bodyPr>
            <a:normAutofit fontScale="90000"/>
          </a:bodyPr>
          <a:lstStyle/>
          <a:p>
            <a:r>
              <a:rPr lang="en-US"/>
              <a:t>Aufgabe – loco_move und odom_move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FC6F4-5A13-4E4D-2DF9-FB1AC0FE2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56932"/>
            <a:ext cx="5562987" cy="4283678"/>
          </a:xfrm>
        </p:spPr>
        <p:txBody>
          <a:bodyPr/>
          <a:lstStyle/>
          <a:p>
            <a:r>
              <a:rPr lang="en-US" dirty="0" err="1"/>
              <a:t>loco_move</a:t>
            </a:r>
            <a:r>
              <a:rPr lang="en-US" dirty="0"/>
              <a:t>():</a:t>
            </a:r>
          </a:p>
          <a:p>
            <a:pPr marL="0" lvl="0" indent="0">
              <a:buNone/>
            </a:pPr>
            <a:r>
              <a:rPr lang="en-US" dirty="0" err="1"/>
              <a:t>Geschwindigkeit</a:t>
            </a:r>
            <a:r>
              <a:rPr lang="en-US" dirty="0"/>
              <a:t/>
            </a:r>
            <a:r>
              <a:rPr lang="en-US" dirty="0" err="1"/>
              <a:t>direkt</a:t>
            </a:r>
            <a:r>
              <a:rPr lang="en-US" dirty="0"/>
              <a:t/>
            </a:r>
            <a:r>
              <a:rPr lang="en-US" dirty="0" err="1"/>
              <a:t>senden</a:t>
            </a:r>
            <a:r>
              <a:rPr lang="en-US" dirty="0"/>
              <a:t/>
            </a:r>
          </a:p>
          <a:p>
            <a:r>
              <a:rPr lang="en-US" dirty="0" err="1"/>
              <a:t>odom_move</a:t>
            </a:r>
            <a:r>
              <a:rPr lang="en-US" dirty="0"/>
              <a:t>():</a:t>
            </a:r>
          </a:p>
          <a:p>
            <a:pPr marL="0" lvl="0" indent="0">
              <a:buNone/>
            </a:pPr>
            <a:r>
              <a:rPr lang="en-US" dirty="0" err="1"/>
              <a:t>Startposition</a:t>
            </a:r>
            <a:r>
              <a:rPr lang="en-US" dirty="0"/>
              <a:t/>
            </a:r>
            <a:r>
              <a:rPr lang="en-US" dirty="0" err="1"/>
              <a:t>speichern</a:t>
            </a:r>
            <a:r>
              <a:rPr lang="en-US" dirty="0"/>
              <a:t/>
            </a:r>
          </a:p>
          <a:p>
            <a:pPr lvl="0"/>
            <a:r>
              <a:rPr lang="en-US" dirty="0"/>
              <a:t>/</a:t>
            </a:r>
            <a:r>
              <a:rPr lang="en-US" dirty="0" err="1"/>
              <a:t>odom</a:t>
            </a:r>
            <a:r>
              <a:rPr lang="en-US" dirty="0"/>
              <a:t/>
            </a:r>
            <a:r>
              <a:rPr lang="en-US" dirty="0" err="1"/>
              <a:t>beobachten</a:t>
            </a:r>
            <a:r>
              <a:rPr lang="en-US" dirty="0"/>
              <a:t/>
            </a:r>
          </a:p>
          <a:p>
            <a:pPr marL="0" lvl="0" indent="0">
              <a:buNone/>
            </a:pPr>
            <a:r>
              <a:rPr lang="en-US" dirty="0" err="1"/>
              <a:t>Zurückgelegte</a:t>
            </a:r>
            <a:r>
              <a:rPr lang="en-US" dirty="0"/>
              <a:t/>
            </a:r>
            <a:r>
              <a:rPr lang="en-US" dirty="0" err="1"/>
              <a:t>Distanz</a:t>
            </a:r>
            <a:r>
              <a:rPr lang="en-US" dirty="0"/>
              <a:t/>
            </a:r>
            <a:r>
              <a:rPr lang="en-US" dirty="0" err="1"/>
              <a:t>berechnen</a:t>
            </a:r>
            <a:r>
              <a:rPr lang="en-US" dirty="0"/>
              <a:t/>
            </a:r>
          </a:p>
          <a:p>
            <a:pPr lvl="0"/>
            <a:r>
              <a:rPr lang="en-US" dirty="0" err="1"/>
              <a:t>Stoppen</a:t>
            </a:r>
            <a:r>
              <a:rPr lang="en-US" dirty="0"/>
              <a:t>, </a:t>
            </a:r>
            <a:r>
              <a:rPr lang="en-US" dirty="0" err="1"/>
              <a:t>wenn</a:t>
            </a:r>
            <a:r>
              <a:rPr lang="en-US" dirty="0"/>
              <a:t> Ziel </a:t>
            </a:r>
            <a:r>
              <a:rPr lang="en-US" dirty="0" err="1"/>
              <a:t>erreicht</a:t>
            </a:r>
            <a:r>
              <a:rPr lang="en-US" dirty="0"/>
              <a:t/>
            </a:r>
            <a:r>
              <a:rPr lang="en-US" dirty="0" err="1"/>
              <a:t>ist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16882A-1094-E4E1-26CD-128537B50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986" y="1039812"/>
            <a:ext cx="6589871" cy="12842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532177-25C0-4676-93C2-4152CF5DC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649" y="3613150"/>
            <a:ext cx="6589871" cy="1284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2761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E6933-381E-E1AB-06F2-1400CEB12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Suggested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C7D54-C3E2-535C-2BE4-254BF692C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1026"/>
            <a:ext cx="7043351" cy="498502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Create two reusable G1 locomotion functions.</a:t>
            </a:r>
          </a:p>
          <a:p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loco_move</a:t>
            </a:r>
            <a:r>
              <a:rPr lang="en-US" dirty="0"/>
              <a:t>(</a:t>
            </a:r>
            <a:r>
              <a:rPr lang="en-US" dirty="0" err="1"/>
              <a:t>vx</a:t>
            </a:r>
            <a:r>
              <a:rPr lang="en-US" dirty="0"/>
              <a:t>, </a:t>
            </a:r>
            <a:r>
              <a:rPr lang="en-US" dirty="0" err="1"/>
              <a:t>vy</a:t>
            </a:r>
            <a:r>
              <a:rPr lang="en-US" dirty="0"/>
              <a:t>, </a:t>
            </a:r>
            <a:r>
              <a:rPr lang="en-US" dirty="0" err="1"/>
              <a:t>vyaw</a:t>
            </a:r>
            <a:r>
              <a:rPr lang="en-US" dirty="0"/>
              <a:t>)</a:t>
            </a:r>
          </a:p>
          <a:p>
            <a:r>
              <a:rPr lang="en-US" dirty="0"/>
              <a:t>   - send velocity commands safely</a:t>
            </a:r>
          </a:p>
          <a:p>
            <a:endParaRPr lang="en-US" dirty="0"/>
          </a:p>
          <a:p>
            <a:r>
              <a:rPr lang="en-US" dirty="0"/>
              <a:t>2. </a:t>
            </a:r>
            <a:r>
              <a:rPr lang="en-US" dirty="0" err="1"/>
              <a:t>odom_move</a:t>
            </a:r>
            <a:r>
              <a:rPr lang="en-US" dirty="0"/>
              <a:t>(distance, speed)</a:t>
            </a:r>
          </a:p>
          <a:p>
            <a:r>
              <a:rPr lang="en-US" dirty="0"/>
              <a:t>   - read the current odometry</a:t>
            </a:r>
          </a:p>
          <a:p>
            <a:r>
              <a:rPr lang="en-US" dirty="0"/>
              <a:t>   - save the start position</a:t>
            </a:r>
          </a:p>
          <a:p>
            <a:r>
              <a:rPr lang="en-US" dirty="0"/>
              <a:t>   - move the robot</a:t>
            </a:r>
          </a:p>
          <a:p>
            <a:r>
              <a:rPr lang="en-US" dirty="0"/>
              <a:t>   - continuously calculate travelled distance</a:t>
            </a:r>
          </a:p>
          <a:p>
            <a:r>
              <a:rPr lang="en-US" dirty="0"/>
              <a:t>   - stop when the target distance is reached</a:t>
            </a:r>
          </a:p>
          <a:p>
            <a:endParaRPr lang="en-US" dirty="0"/>
          </a:p>
          <a:p>
            <a:r>
              <a:rPr lang="en-US" dirty="0"/>
              <a:t>Use a motion lock so only one locomotion command</a:t>
            </a:r>
          </a:p>
          <a:p>
            <a:r>
              <a:rPr lang="en-US" dirty="0"/>
              <a:t>can run at a time.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716EF033-93E2-CC87-396D-843B26A245E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684" y="460412"/>
            <a:ext cx="5139916" cy="536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2185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5FCFE-F2A5-E22C-18F6-2DA36BF7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7079"/>
            <a:ext cx="8695267" cy="87806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Lösung</a:t>
            </a:r>
            <a:r>
              <a:rPr lang="en-US" dirty="0"/>
              <a:t> – Closed-loop </a:t>
            </a:r>
            <a:r>
              <a:rPr lang="en-US" dirty="0" err="1"/>
              <a:t>odom_move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1E86E-078F-CF2A-4410-0EA410B82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264" y="1039811"/>
            <a:ext cx="8476735" cy="5366243"/>
          </a:xfrm>
        </p:spPr>
        <p:txBody>
          <a:bodyPr>
            <a:noAutofit/>
          </a:bodyPr>
          <a:lstStyle/>
          <a:p>
            <a:r>
              <a:rPr lang="en-US" sz="1600" dirty="0" err="1"/>
              <a:t>Im</a:t>
            </a:r>
            <a:r>
              <a:rPr lang="en-US" sz="1600" dirty="0"/>
              <a:t/>
            </a:r>
            <a:r>
              <a:rPr lang="en-US" sz="1600" dirty="0" err="1"/>
              <a:t>Gegensatz</a:t>
            </a:r>
            <a:r>
              <a:rPr lang="en-US" sz="1600" dirty="0"/>
              <a:t/>
            </a:r>
            <a:r>
              <a:rPr lang="en-US" sz="1600" dirty="0" err="1"/>
              <a:t>zu</a:t>
            </a:r>
            <a:r>
              <a:rPr lang="en-US" sz="1600" dirty="0"/>
              <a:t/>
            </a:r>
            <a:r>
              <a:rPr lang="en-US" sz="1600" dirty="0" err="1"/>
              <a:t>einer</a:t>
            </a:r>
            <a:r>
              <a:rPr lang="en-US" sz="1600" dirty="0"/>
              <a:t/>
            </a:r>
            <a:r>
              <a:rPr lang="en-US" sz="1600" dirty="0" err="1"/>
              <a:t>zeitbasierten</a:t>
            </a:r>
            <a:r>
              <a:rPr lang="en-US" sz="1600" dirty="0"/>
              <a:t/>
            </a:r>
            <a:r>
              <a:rPr lang="en-US" sz="1600" dirty="0" err="1"/>
              <a:t>Bewegung</a:t>
            </a:r>
            <a:r>
              <a:rPr lang="en-US" sz="1600" dirty="0"/>
              <a:t/>
            </a:r>
            <a:r>
              <a:rPr lang="en-US" sz="1600" dirty="0" err="1"/>
              <a:t>verwendet</a:t>
            </a:r>
            <a:r>
              <a:rPr lang="en-US" sz="1600" dirty="0"/>
              <a:t/>
            </a:r>
            <a:r>
              <a:rPr lang="en-US" sz="1600" dirty="0" err="1"/>
              <a:t>odom_move</a:t>
            </a:r>
            <a:r>
              <a:rPr lang="en-US" sz="1600" dirty="0"/>
              <a:t>() Feedback.</a:t>
            </a:r>
          </a:p>
          <a:p>
            <a:r>
              <a:rPr lang="en-US" sz="1600" dirty="0"/>
              <a:t>Target Distance</a:t>
            </a:r>
          </a:p>
          <a:p>
            <a:r>
              <a:rPr lang="en-US" sz="1600" dirty="0"/>
              <a:t>      ↓</a:t>
            </a:r>
          </a:p>
          <a:p>
            <a:r>
              <a:rPr lang="en-US" sz="1600" dirty="0"/>
              <a:t>Start Odometry</a:t>
            </a:r>
          </a:p>
          <a:p>
            <a:r>
              <a:rPr lang="en-US" sz="1600" dirty="0"/>
              <a:t>      ↓</a:t>
            </a:r>
          </a:p>
          <a:p>
            <a:r>
              <a:rPr lang="en-US" sz="1600" dirty="0"/>
              <a:t>Send Velocity</a:t>
            </a:r>
          </a:p>
          <a:p>
            <a:r>
              <a:rPr lang="en-US" sz="1600" dirty="0"/>
              <a:t>      ↓</a:t>
            </a:r>
          </a:p>
          <a:p>
            <a:r>
              <a:rPr lang="en-US" sz="1600" dirty="0"/>
              <a:t>Read Odometry</a:t>
            </a:r>
          </a:p>
          <a:p>
            <a:r>
              <a:rPr lang="en-US" sz="1600" dirty="0"/>
              <a:t>      ↓</a:t>
            </a:r>
          </a:p>
          <a:p>
            <a:r>
              <a:rPr lang="en-US" sz="1600" dirty="0"/>
              <a:t>Calculate Distance</a:t>
            </a:r>
          </a:p>
          <a:p>
            <a:r>
              <a:rPr lang="en-US" sz="1600" dirty="0"/>
              <a:t>      ↓</a:t>
            </a:r>
          </a:p>
          <a:p>
            <a:r>
              <a:rPr lang="en-US" sz="1600" dirty="0"/>
              <a:t>Target reached?</a:t>
            </a:r>
          </a:p>
          <a:p>
            <a:r>
              <a:rPr lang="en-US" sz="1600" dirty="0"/>
              <a:t>   ↙       ↘</a:t>
            </a:r>
          </a:p>
          <a:p>
            <a:r>
              <a:rPr lang="en-US" sz="1600" dirty="0"/>
              <a:t>  No       Yes</a:t>
            </a:r>
          </a:p>
          <a:p>
            <a:r>
              <a:rPr lang="en-US" sz="1600" dirty="0"/>
              <a:t>  ↓         ↓</a:t>
            </a:r>
          </a:p>
          <a:p>
            <a:r>
              <a:rPr lang="en-US" sz="1600" dirty="0"/>
              <a:t>Continue    Stop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0BE4D96A-1D94-CFF2-24C2-0FC1029913D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8007178" y="451946"/>
            <a:ext cx="5139916" cy="536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91303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EA70F-A63B-CE93-0BDD-16C15B187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1946"/>
            <a:ext cx="7831667" cy="878066"/>
          </a:xfrm>
        </p:spPr>
        <p:txBody>
          <a:bodyPr>
            <a:normAutofit fontScale="90000"/>
          </a:bodyPr>
          <a:lstStyle/>
          <a:p>
            <a:r>
              <a:rPr lang="en-US" dirty="0"/>
              <a:t>Wissen – Die SLAM RPC API 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616BF-CC0C-E3A4-3822-2F0E3D20F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534510"/>
            <a:ext cx="7175157" cy="523699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Die SLAM-</a:t>
            </a:r>
            <a:r>
              <a:rPr lang="en-US" dirty="0" err="1"/>
              <a:t>Funktionen</a:t>
            </a:r>
            <a:r>
              <a:rPr lang="en-US" dirty="0"/>
              <a:t/>
            </a:r>
            <a:r>
              <a:rPr lang="en-US" dirty="0" err="1"/>
              <a:t>werden</a:t>
            </a:r>
            <a:r>
              <a:rPr lang="en-US" dirty="0"/>
              <a:t/>
            </a:r>
            <a:r>
              <a:rPr lang="en-US" dirty="0" err="1"/>
              <a:t>über</a:t>
            </a:r>
            <a:r>
              <a:rPr lang="en-US" dirty="0"/>
              <a:t/>
            </a:r>
            <a:r>
              <a:rPr lang="en-US" dirty="0" err="1"/>
              <a:t>definierte</a:t>
            </a:r>
            <a:r>
              <a:rPr lang="en-US" dirty="0"/>
              <a:t> RPC/API-</a:t>
            </a:r>
            <a:r>
              <a:rPr lang="en-US" dirty="0" err="1"/>
              <a:t>Aufrufe</a:t>
            </a:r>
            <a:r>
              <a:rPr lang="en-US" dirty="0"/>
              <a:t/>
            </a:r>
            <a:r>
              <a:rPr lang="en-US" dirty="0" err="1"/>
              <a:t>angesprochen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/>
              <a:t>Typische</a:t>
            </a:r>
            <a:r>
              <a:rPr lang="en-US" b="1" dirty="0"/>
              <a:t/>
            </a:r>
            <a:r>
              <a:rPr lang="en-US" b="1" dirty="0" err="1"/>
              <a:t>Funktionen</a:t>
            </a:r>
            <a:endParaRPr lang="en-US" b="1" dirty="0"/>
          </a:p>
          <a:p>
            <a:endParaRPr lang="en-US" dirty="0"/>
          </a:p>
          <a:p>
            <a:pPr lvl="0"/>
            <a:r>
              <a:rPr lang="en-US" dirty="0"/>
              <a:t>SLAM </a:t>
            </a:r>
            <a:r>
              <a:rPr lang="en-US" dirty="0" err="1"/>
              <a:t>starten</a:t>
            </a:r>
            <a:r>
              <a:rPr lang="en-US" dirty="0"/>
              <a:t/>
            </a:r>
          </a:p>
          <a:p>
            <a:pPr lvl="0"/>
            <a:r>
              <a:rPr lang="en-US" dirty="0"/>
              <a:t>Mapping </a:t>
            </a:r>
            <a:r>
              <a:rPr lang="en-US" dirty="0" err="1"/>
              <a:t>stoppen</a:t>
            </a:r>
            <a:r>
              <a:rPr lang="en-US" dirty="0"/>
              <a:t/>
            </a:r>
          </a:p>
          <a:p>
            <a:pPr lvl="0"/>
            <a:r>
              <a:rPr lang="en-US" dirty="0"/>
              <a:t>Karte </a:t>
            </a:r>
            <a:r>
              <a:rPr lang="en-US" dirty="0" err="1"/>
              <a:t>speichern</a:t>
            </a:r>
            <a:r>
              <a:rPr lang="en-US" dirty="0"/>
              <a:t>/laden </a:t>
            </a:r>
          </a:p>
          <a:p>
            <a:pPr lvl="0"/>
            <a:r>
              <a:rPr lang="en-US" dirty="0" err="1"/>
              <a:t>Relokalisierung</a:t>
            </a:r>
            <a:r>
              <a:rPr lang="en-US" dirty="0"/>
              <a:t/>
            </a:r>
          </a:p>
          <a:p>
            <a:pPr lvl="0"/>
            <a:r>
              <a:rPr lang="en-US" dirty="0" err="1"/>
              <a:t>Punkte</a:t>
            </a:r>
            <a:r>
              <a:rPr lang="en-US" dirty="0"/>
              <a:t/>
            </a:r>
            <a:r>
              <a:rPr lang="en-US" dirty="0" err="1"/>
              <a:t>hinzufügen</a:t>
            </a:r>
            <a:r>
              <a:rPr lang="en-US" dirty="0"/>
              <a:t/>
            </a:r>
          </a:p>
          <a:p>
            <a:pPr lvl="0"/>
            <a:r>
              <a:rPr lang="en-US" dirty="0"/>
              <a:t>Navigation </a:t>
            </a:r>
            <a:r>
              <a:rPr lang="en-US" dirty="0" err="1"/>
              <a:t>starten</a:t>
            </a:r>
            <a:r>
              <a:rPr lang="en-US" dirty="0"/>
              <a:t/>
            </a:r>
          </a:p>
          <a:p>
            <a:pPr lvl="0"/>
            <a:endParaRPr lang="en-US" dirty="0"/>
          </a:p>
          <a:p>
            <a:pPr marL="0" indent="0">
              <a:buNone/>
            </a:pPr>
            <a:r>
              <a:rPr lang="en-US" b="1" dirty="0" err="1"/>
              <a:t>Wichtig</a:t>
            </a:r>
            <a:r>
              <a:rPr lang="en-US" b="1" dirty="0"/>
              <a:t>:</a:t>
            </a:r>
            <a:r>
              <a:rPr lang="en-US" dirty="0"/>
              <a:t> API-ID und Payload </a:t>
            </a:r>
            <a:r>
              <a:rPr lang="en-US" dirty="0" err="1"/>
              <a:t>müssen</a:t>
            </a:r>
            <a:r>
              <a:rPr lang="en-US" dirty="0"/>
              <a:t/>
            </a:r>
            <a:r>
              <a:rPr lang="en-US" dirty="0" err="1"/>
              <a:t>zur</a:t>
            </a:r>
            <a:r>
              <a:rPr lang="en-US" dirty="0"/>
              <a:t/>
            </a:r>
            <a:r>
              <a:rPr lang="en-US" dirty="0" err="1"/>
              <a:t>jeweiligen</a:t>
            </a:r>
            <a:r>
              <a:rPr lang="en-US" dirty="0"/>
              <a:t> SLAM-</a:t>
            </a:r>
            <a:r>
              <a:rPr lang="en-US" dirty="0" err="1"/>
              <a:t>Funktion</a:t>
            </a:r>
            <a:r>
              <a:rPr lang="en-US" dirty="0"/>
              <a:t/>
            </a:r>
            <a:r>
              <a:rPr lang="en-US" dirty="0" err="1"/>
              <a:t>passen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1813E45F-E70E-53DD-434B-A61C98EDC86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1103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519F6-DAEA-E03C-DC3A-95D697A67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1946"/>
            <a:ext cx="8932333" cy="878066"/>
          </a:xfrm>
        </p:spPr>
        <p:txBody>
          <a:bodyPr>
            <a:normAutofit fontScale="90000"/>
          </a:bodyPr>
          <a:lstStyle/>
          <a:p>
            <a:r>
              <a:rPr lang="en-US" dirty="0"/>
              <a:t>Wissen – SLAM Lifecycle und Map-</a:t>
            </a:r>
            <a:r>
              <a:rPr lang="en-US" dirty="0" err="1"/>
              <a:t>Visualisierung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99240-2B26-FD0C-2970-ADFD6697C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719863"/>
            <a:ext cx="6747284" cy="5026926"/>
          </a:xfrm>
        </p:spPr>
        <p:txBody>
          <a:bodyPr/>
          <a:lstStyle/>
          <a:p>
            <a:r>
              <a:rPr lang="en-US" b="1" dirty="0" err="1"/>
              <a:t>Visualisierung</a:t>
            </a:r>
            <a:endParaRPr lang="en-US" dirty="0"/>
          </a:p>
          <a:p>
            <a:pPr lvl="0"/>
            <a:r>
              <a:rPr lang="en-US" dirty="0"/>
              <a:t>LiDAR-</a:t>
            </a:r>
            <a:r>
              <a:rPr lang="en-US" dirty="0" err="1"/>
              <a:t>Daten</a:t>
            </a:r>
            <a:r>
              <a:rPr lang="en-US" dirty="0"/>
              <a:t/>
            </a:r>
          </a:p>
          <a:p>
            <a:pPr lvl="0"/>
            <a:r>
              <a:rPr lang="en-US" dirty="0" err="1"/>
              <a:t>Roboterpose</a:t>
            </a:r>
            <a:r>
              <a:rPr lang="en-US" dirty="0"/>
              <a:t/>
            </a:r>
          </a:p>
          <a:p>
            <a:pPr lvl="0"/>
            <a:r>
              <a:rPr lang="en-US" dirty="0" err="1"/>
              <a:t>erzeugte</a:t>
            </a:r>
            <a:r>
              <a:rPr lang="en-US" dirty="0"/>
              <a:t> Karte </a:t>
            </a:r>
          </a:p>
          <a:p>
            <a:pPr lvl="0"/>
            <a:r>
              <a:rPr lang="en-US" dirty="0" err="1"/>
              <a:t>definierte</a:t>
            </a:r>
            <a:r>
              <a:rPr lang="en-US" dirty="0"/>
              <a:t/>
            </a:r>
            <a:r>
              <a:rPr lang="en-US" dirty="0" err="1"/>
              <a:t>Punkte</a:t>
            </a:r>
            <a:r>
              <a:rPr lang="en-US" dirty="0"/>
              <a:t/>
            </a:r>
          </a:p>
          <a:p>
            <a:pPr lvl="0"/>
            <a:r>
              <a:rPr lang="en-US" dirty="0" err="1"/>
              <a:t>Navigationspfad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0AB606-3DD9-22FC-1E36-312745504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547" y="1779888"/>
            <a:ext cx="7169056" cy="329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5229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C45E2-A4E0-AE03-4E21-8CBF91CA9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1946"/>
            <a:ext cx="8102600" cy="878066"/>
          </a:xfrm>
        </p:spPr>
        <p:txBody>
          <a:bodyPr>
            <a:normAutofit fontScale="90000"/>
          </a:bodyPr>
          <a:lstStyle/>
          <a:p>
            <a:r>
              <a:rPr lang="en-US" dirty="0"/>
              <a:t>Aufgabe – Mapping, </a:t>
            </a:r>
            <a:r>
              <a:rPr lang="en-US" dirty="0" err="1"/>
              <a:t>Punkte</a:t>
            </a:r>
            <a:r>
              <a:rPr lang="en-US" dirty="0"/>
              <a:t>, Navigation, </a:t>
            </a:r>
            <a:r>
              <a:rPr lang="en-US" dirty="0" err="1"/>
              <a:t>view_map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88511-7472-DAD0-3AEF-AD82588E4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22376"/>
            <a:ext cx="5562987" cy="4283678"/>
          </a:xfrm>
        </p:spPr>
        <p:txBody>
          <a:bodyPr>
            <a:normAutofit lnSpcReduction="10000"/>
          </a:bodyPr>
          <a:lstStyle/>
          <a:p>
            <a:r>
              <a:rPr lang="en-US" b="1" dirty="0" err="1"/>
              <a:t>Testablauf</a:t>
            </a:r>
            <a:endParaRPr lang="en-US" dirty="0"/>
          </a:p>
          <a:p>
            <a:pPr lvl="0"/>
            <a:r>
              <a:rPr lang="en-US" dirty="0"/>
              <a:t>Mapping </a:t>
            </a:r>
            <a:r>
              <a:rPr lang="en-US" dirty="0" err="1"/>
              <a:t>starten</a:t>
            </a:r>
            <a:r>
              <a:rPr lang="en-US" dirty="0"/>
              <a:t/>
            </a:r>
          </a:p>
          <a:p>
            <a:pPr lvl="0"/>
            <a:r>
              <a:rPr lang="en-US" dirty="0" err="1"/>
              <a:t>Roboter</a:t>
            </a:r>
            <a:r>
              <a:rPr lang="en-US" dirty="0"/>
              <a:t/>
            </a:r>
            <a:r>
              <a:rPr lang="en-US" dirty="0" err="1"/>
              <a:t>bewegen</a:t>
            </a:r>
            <a:r>
              <a:rPr lang="en-US" dirty="0"/>
              <a:t/>
            </a:r>
          </a:p>
          <a:p>
            <a:pPr lvl="0"/>
            <a:r>
              <a:rPr lang="en-US" dirty="0"/>
              <a:t>Karte </a:t>
            </a:r>
            <a:r>
              <a:rPr lang="en-US" dirty="0" err="1"/>
              <a:t>beobachten</a:t>
            </a:r>
            <a:r>
              <a:rPr lang="en-US" dirty="0"/>
              <a:t/>
            </a:r>
          </a:p>
          <a:p>
            <a:pPr lvl="0"/>
            <a:r>
              <a:rPr lang="en-US" dirty="0"/>
              <a:t>Mapping </a:t>
            </a:r>
            <a:r>
              <a:rPr lang="en-US" dirty="0" err="1"/>
              <a:t>stoppen</a:t>
            </a:r>
            <a:r>
              <a:rPr lang="en-US" dirty="0"/>
              <a:t/>
            </a:r>
          </a:p>
          <a:p>
            <a:pPr lvl="0"/>
            <a:r>
              <a:rPr lang="en-US" dirty="0" err="1"/>
              <a:t>Punkt</a:t>
            </a:r>
            <a:r>
              <a:rPr lang="en-US" dirty="0"/>
              <a:t/>
            </a:r>
            <a:r>
              <a:rPr lang="en-US" dirty="0" err="1"/>
              <a:t>hinzufügen</a:t>
            </a:r>
            <a:r>
              <a:rPr lang="en-US" dirty="0"/>
              <a:t/>
            </a:r>
          </a:p>
          <a:p>
            <a:pPr lvl="0"/>
            <a:r>
              <a:rPr lang="en-US" dirty="0" err="1"/>
              <a:t>Relokalisierung</a:t>
            </a:r>
            <a:r>
              <a:rPr lang="en-US" dirty="0"/>
              <a:t/>
            </a:r>
            <a:r>
              <a:rPr lang="en-US" dirty="0" err="1"/>
              <a:t>testen</a:t>
            </a:r>
            <a:r>
              <a:rPr lang="en-US" dirty="0"/>
              <a:t/>
            </a:r>
          </a:p>
          <a:p>
            <a:pPr lvl="0"/>
            <a:r>
              <a:rPr lang="en-US" dirty="0"/>
              <a:t>Ziel </a:t>
            </a:r>
            <a:r>
              <a:rPr lang="en-US" dirty="0" err="1"/>
              <a:t>auswählen</a:t>
            </a:r>
            <a:r>
              <a:rPr lang="en-US" dirty="0"/>
              <a:t/>
            </a:r>
          </a:p>
          <a:p>
            <a:pPr lvl="0"/>
            <a:r>
              <a:rPr lang="en-US" dirty="0"/>
              <a:t>Navigation </a:t>
            </a:r>
            <a:r>
              <a:rPr lang="en-US" dirty="0" err="1"/>
              <a:t>starten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B4D772-C877-0EDA-CB77-1A5437086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933" y="2122376"/>
            <a:ext cx="7850055" cy="21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3351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AC6CF-E864-4DAD-A1C8-5D5F7637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Suggested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37A60-F1B8-5E42-7FC0-8A4F9600A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627" y="1658078"/>
            <a:ext cx="6584092" cy="474797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Read the available G1 SLAM SDK/RPC modules.</a:t>
            </a:r>
          </a:p>
          <a:p>
            <a:endParaRPr lang="en-US" dirty="0"/>
          </a:p>
          <a:p>
            <a:r>
              <a:rPr lang="en-US" dirty="0"/>
              <a:t>Create helper functions for:</a:t>
            </a:r>
          </a:p>
          <a:p>
            <a:r>
              <a:rPr lang="en-US" dirty="0"/>
              <a:t>- starting and stopping mapping</a:t>
            </a:r>
          </a:p>
          <a:p>
            <a:r>
              <a:rPr lang="en-US" dirty="0"/>
              <a:t>- viewing the current map</a:t>
            </a:r>
          </a:p>
          <a:p>
            <a:r>
              <a:rPr lang="en-US" dirty="0"/>
              <a:t>- adding navigation points</a:t>
            </a:r>
          </a:p>
          <a:p>
            <a:r>
              <a:rPr lang="en-US" dirty="0"/>
              <a:t>- relocating the robot</a:t>
            </a:r>
          </a:p>
          <a:p>
            <a:r>
              <a:rPr lang="en-US" dirty="0"/>
              <a:t>- navigating to a selected point</a:t>
            </a:r>
          </a:p>
          <a:p>
            <a:endParaRPr lang="en-US" dirty="0"/>
          </a:p>
          <a:p>
            <a:r>
              <a:rPr lang="en-US" dirty="0"/>
              <a:t>Keep the SLAM API IDs in one clearly documented place.</a:t>
            </a:r>
          </a:p>
          <a:p>
            <a:endParaRPr lang="en-US" dirty="0"/>
          </a:p>
          <a:p>
            <a:r>
              <a:rPr lang="en-US" dirty="0"/>
              <a:t>Add status output and error handling for every RPC call.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806A72C-5950-8CC9-83E8-2036AAE0F47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26033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6C838-2766-F2AE-6D9A-80FB335EC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1946"/>
            <a:ext cx="8390467" cy="87806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Lösung</a:t>
            </a:r>
            <a:r>
              <a:rPr lang="en-US" dirty="0"/>
              <a:t> – relocate() und </a:t>
            </a:r>
            <a:r>
              <a:rPr lang="en-US" dirty="0" err="1"/>
              <a:t>add_point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2E128-79C2-EC54-A202-B8146C91D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084176"/>
            <a:ext cx="6619103" cy="51134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Relocate</a:t>
            </a:r>
          </a:p>
          <a:p>
            <a:r>
              <a:rPr lang="en-US" sz="2400" dirty="0"/>
              <a:t>def relocate(x, y, yaw):</a:t>
            </a:r>
          </a:p>
          <a:p>
            <a:r>
              <a:rPr lang="en-US" sz="2400" dirty="0"/>
              <a:t>    # create localization request</a:t>
            </a:r>
          </a:p>
          <a:p>
            <a:r>
              <a:rPr lang="en-US" sz="2400" dirty="0"/>
              <a:t>    # send pose to SLAM system</a:t>
            </a:r>
          </a:p>
          <a:p>
            <a:r>
              <a:rPr lang="en-US" sz="2400" dirty="0"/>
              <a:t>    # verify response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Add Point</a:t>
            </a:r>
          </a:p>
          <a:p>
            <a:pPr marL="0" indent="0">
              <a:buNone/>
            </a:pPr>
            <a:r>
              <a:rPr lang="en-US" sz="2400" dirty="0"/>
              <a:t>def </a:t>
            </a:r>
            <a:r>
              <a:rPr lang="en-US" sz="2400" dirty="0" err="1"/>
              <a:t>add_point</a:t>
            </a:r>
            <a:r>
              <a:rPr lang="en-US" sz="2400" dirty="0"/>
              <a:t>(name, x, y, yaw):</a:t>
            </a:r>
          </a:p>
          <a:p>
            <a:pPr marL="0" indent="0">
              <a:buNone/>
            </a:pPr>
            <a:r>
              <a:rPr lang="en-US" sz="2400" dirty="0"/>
              <a:t>    # create waypoint</a:t>
            </a:r>
          </a:p>
          <a:p>
            <a:pPr marL="0" indent="0">
              <a:buNone/>
            </a:pPr>
            <a:r>
              <a:rPr lang="en-US" sz="2400" dirty="0"/>
              <a:t>    # assign name / ID</a:t>
            </a:r>
          </a:p>
          <a:p>
            <a:pPr marL="0" indent="0">
              <a:buNone/>
            </a:pPr>
            <a:r>
              <a:rPr lang="en-US" sz="2400" dirty="0"/>
              <a:t>    # send point to SLAM</a:t>
            </a:r>
          </a:p>
          <a:p>
            <a:pPr marL="0" indent="0">
              <a:buNone/>
            </a:pPr>
            <a:r>
              <a:rPr lang="en-US" sz="2400" dirty="0"/>
              <a:t/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1FA8CB11-B7EC-9D91-0CE1-5DAA460F5D7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1424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Warum ist das wichtig?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Autonome</a:t>
            </a:r>
            <a:r>
              <a:rPr dirty="0"/>
              <a:t> Navigation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Hindernisvermeidung</a:t>
            </a:r>
            <a:endParaRPr dirty="0"/>
          </a:p>
          <a:p>
            <a:pPr marL="0" indent="0">
              <a:buNone/>
            </a:pPr>
            <a:r>
              <a:rPr dirty="0"/>
              <a:t>• Industrie-</a:t>
            </a:r>
            <a:r>
              <a:rPr dirty="0" err="1"/>
              <a:t>Anwendungen</a:t>
            </a:r>
            <a:r>
              <a:rPr dirty="0"/>
              <a:t> (Logistik, Service-</a:t>
            </a:r>
            <a:r>
              <a:rPr dirty="0" err="1"/>
              <a:t>Roboter</a:t>
            </a:r>
            <a:r>
              <a:rPr dirty="0"/>
              <a:t>)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63EF9876-231B-FB29-0E96-56F86E12751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Ablauf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RViz </a:t>
            </a:r>
            <a:r>
              <a:rPr dirty="0" err="1"/>
              <a:t>starten</a:t>
            </a:r>
            <a:endParaRPr dirty="0"/>
          </a:p>
          <a:p>
            <a:r>
              <a:rPr dirty="0"/>
              <a:t>2. </a:t>
            </a:r>
            <a:r>
              <a:rPr dirty="0" err="1"/>
              <a:t>Sensoren</a:t>
            </a:r>
            <a:r>
              <a:rPr dirty="0"/>
              <a:t/>
            </a:r>
            <a:r>
              <a:rPr dirty="0" err="1"/>
              <a:t>aktivieren</a:t>
            </a:r>
            <a:endParaRPr dirty="0"/>
          </a:p>
          <a:p>
            <a:r>
              <a:rPr dirty="0"/>
              <a:t>3. Karte </a:t>
            </a:r>
            <a:r>
              <a:rPr dirty="0" err="1"/>
              <a:t>entsteht</a:t>
            </a:r>
            <a:endParaRPr dirty="0"/>
          </a:p>
          <a:p>
            <a:r>
              <a:rPr dirty="0"/>
              <a:t>4. </a:t>
            </a:r>
            <a:r>
              <a:rPr dirty="0" err="1"/>
              <a:t>Roboter</a:t>
            </a:r>
            <a:r>
              <a:rPr dirty="0"/>
              <a:t/>
            </a:r>
            <a:r>
              <a:rPr dirty="0" err="1"/>
              <a:t>bewegt</a:t>
            </a:r>
            <a:r>
              <a:rPr dirty="0"/>
              <a:t/>
            </a:r>
            <a:r>
              <a:rPr dirty="0" err="1"/>
              <a:t>sich</a:t>
            </a:r>
            <a:endParaRPr dirty="0"/>
          </a:p>
          <a:p>
            <a:r>
              <a:rPr dirty="0"/>
              <a:t>5. Navigation A → B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769CCF4-D351-ED95-77F4-557A6198B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933" y="451946"/>
            <a:ext cx="2816528" cy="50331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44D4F068579074781C47F30C60343D3" ma:contentTypeVersion="15" ma:contentTypeDescription="Ein neues Dokument erstellen." ma:contentTypeScope="" ma:versionID="888a2b6ad7ca9002ee54190ff8eed71e">
  <xsd:schema xmlns:xsd="http://www.w3.org/2001/XMLSchema" xmlns:xs="http://www.w3.org/2001/XMLSchema" xmlns:p="http://schemas.microsoft.com/office/2006/metadata/properties" xmlns:ns2="29710a0d-a916-43a9-8a24-1cbe13199583" xmlns:ns3="17e9a383-b1c7-4c94-a2a2-eacb0c3a46c7" targetNamespace="http://schemas.microsoft.com/office/2006/metadata/properties" ma:root="true" ma:fieldsID="15b51d936a95c51106e2d52ff8cf6082" ns2:_="" ns3:_="">
    <xsd:import namespace="29710a0d-a916-43a9-8a24-1cbe13199583"/>
    <xsd:import namespace="17e9a383-b1c7-4c94-a2a2-eacb0c3a46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710a0d-a916-43a9-8a24-1cbe131995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Bildmarkierungen" ma:readOnly="false" ma:fieldId="{5cf76f15-5ced-4ddc-b409-7134ff3c332f}" ma:taxonomyMulti="true" ma:sspId="3d4ceb03-c040-4e28-8a80-56efb7fa70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e9a383-b1c7-4c94-a2a2-eacb0c3a46c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5b5da3b1-f5bd-4f20-88b3-76d75b082fc4}" ma:internalName="TaxCatchAll" ma:showField="CatchAllData" ma:web="17e9a383-b1c7-4c94-a2a2-eacb0c3a46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BSO999929 xmlns="http://www.datev.de/BSOffice/999929">306d5c34-c375-434d-a27d-82eb08a5504b</BSO999929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9710a0d-a916-43a9-8a24-1cbe13199583">
      <Terms xmlns="http://schemas.microsoft.com/office/infopath/2007/PartnerControls"/>
    </lcf76f155ced4ddcb4097134ff3c332f>
    <TaxCatchAll xmlns="17e9a383-b1c7-4c94-a2a2-eacb0c3a46c7" xsi:nil="true"/>
  </documentManagement>
</p:properties>
</file>

<file path=customXml/itemProps1.xml><?xml version="1.0" encoding="utf-8"?>
<ds:datastoreItem xmlns:ds="http://schemas.openxmlformats.org/officeDocument/2006/customXml" ds:itemID="{FCEBB26B-F637-4A62-898E-1192B7122FF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B58AD19-4542-4EA1-9A80-5061D9B879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710a0d-a916-43a9-8a24-1cbe13199583"/>
    <ds:schemaRef ds:uri="17e9a383-b1c7-4c94-a2a2-eacb0c3a46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F9F5DB5-DBA3-4B49-8C3F-2302D5BDAA47}">
  <ds:schemaRefs>
    <ds:schemaRef ds:uri="http://www.datev.de/BSOffice/999929"/>
  </ds:schemaRefs>
</ds:datastoreItem>
</file>

<file path=customXml/itemProps4.xml><?xml version="1.0" encoding="utf-8"?>
<ds:datastoreItem xmlns:ds="http://schemas.openxmlformats.org/officeDocument/2006/customXml" ds:itemID="{02B0C713-5CE9-4B7C-8871-D96133782421}">
  <ds:schemaRefs>
    <ds:schemaRef ds:uri="http://schemas.microsoft.com/office/2006/metadata/properties"/>
    <ds:schemaRef ds:uri="http://schemas.microsoft.com/office/infopath/2007/PartnerControls"/>
    <ds:schemaRef ds:uri="29710a0d-a916-43a9-8a24-1cbe13199583"/>
    <ds:schemaRef ds:uri="17e9a383-b1c7-4c94-a2a2-eacb0c3a46c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1650</Words>
  <Application>Microsoft Macintosh PowerPoint</Application>
  <PresentationFormat>Widescreen</PresentationFormat>
  <Paragraphs>402</Paragraphs>
  <Slides>70</Slides>
  <Notes>3</Notes>
  <HiddenSlides>34</HiddenSlides>
  <MMClips>4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5" baseType="lpstr">
      <vt:lpstr>Aptos</vt:lpstr>
      <vt:lpstr>Aptos Display</vt:lpstr>
      <vt:lpstr>Arial</vt:lpstr>
      <vt:lpstr>Roboto</vt:lpstr>
      <vt:lpstr>Office</vt:lpstr>
      <vt:lpstr>Humanoid Academy </vt:lpstr>
      <vt:lpstr>Unitree Martial Arts</vt:lpstr>
      <vt:lpstr>PowerPoint Presentation</vt:lpstr>
      <vt:lpstr>Zeitplan Tag 2</vt:lpstr>
      <vt:lpstr>Tagesziele</vt:lpstr>
      <vt:lpstr>Systemübersicht G1</vt:lpstr>
      <vt:lpstr>ROS2 Umgebung</vt:lpstr>
      <vt:lpstr>RealSense Ansatz</vt:lpstr>
      <vt:lpstr>Grundlagen der Laufbewegungen</vt:lpstr>
      <vt:lpstr>G1 Programmierung​</vt:lpstr>
      <vt:lpstr>PowerPoint Presentation</vt:lpstr>
      <vt:lpstr>AI Interaction </vt:lpstr>
      <vt:lpstr>AI Interaction </vt:lpstr>
      <vt:lpstr>Aufgabe 1</vt:lpstr>
      <vt:lpstr>Aufgabe 1</vt:lpstr>
      <vt:lpstr>Grundlagen der Laufbewegungen</vt:lpstr>
      <vt:lpstr>Grundlagen der Laufbewegungen</vt:lpstr>
      <vt:lpstr>Aufgabe 2</vt:lpstr>
      <vt:lpstr>Grundlagen der Laufbewegungen</vt:lpstr>
      <vt:lpstr>Aufgabe Laufen</vt:lpstr>
      <vt:lpstr>Wichtige ROS2 Topics</vt:lpstr>
      <vt:lpstr>Sensor Skripte</vt:lpstr>
      <vt:lpstr>Fazit</vt:lpstr>
      <vt:lpstr>Repository Übersicht</vt:lpstr>
      <vt:lpstr>Workspace Struktur</vt:lpstr>
      <vt:lpstr>Setup</vt:lpstr>
      <vt:lpstr>PowerPoint Presentation</vt:lpstr>
      <vt:lpstr>RViz Setup (Schritt für Schritt)</vt:lpstr>
      <vt:lpstr>Topics:</vt:lpstr>
      <vt:lpstr>RViz Anzeigen hinzufügen</vt:lpstr>
      <vt:lpstr>PowerPoint Presentation</vt:lpstr>
      <vt:lpstr>G1 RViz Simulationsablauf</vt:lpstr>
      <vt:lpstr>Tanzen G1 simulation</vt:lpstr>
      <vt:lpstr>PowerPoint Presentation</vt:lpstr>
      <vt:lpstr>RViz Visualisierung</vt:lpstr>
      <vt:lpstr>Kartierung und Navigation (SLAM)</vt:lpstr>
      <vt:lpstr>Kartierung und Navigation</vt:lpstr>
      <vt:lpstr>PowerPoint Presentation</vt:lpstr>
      <vt:lpstr>Kartierung und Navigation</vt:lpstr>
      <vt:lpstr>Debugging Ablauf</vt:lpstr>
      <vt:lpstr>Aufgabe 3</vt:lpstr>
      <vt:lpstr>Aufgabe 4 </vt:lpstr>
      <vt:lpstr>G1 Datenfluss</vt:lpstr>
      <vt:lpstr>Aufgabe 5</vt:lpstr>
      <vt:lpstr>Grundlagen der Armtätigkeit​</vt:lpstr>
      <vt:lpstr>SLAM im G1 (Konzept)</vt:lpstr>
      <vt:lpstr>ROS2 SLAM Pipeline</vt:lpstr>
      <vt:lpstr>Überprüfungsliste</vt:lpstr>
      <vt:lpstr>Häufige Debug-Probleme</vt:lpstr>
      <vt:lpstr>Praktische SLAM Aufgabe</vt:lpstr>
      <vt:lpstr>Lernergebnis</vt:lpstr>
      <vt:lpstr>Aufgabe 5 – Services und Moduswechsel</vt:lpstr>
      <vt:lpstr>Wissen – Drei getrennte Steuerungsebenen</vt:lpstr>
      <vt:lpstr>Wissen – Damp als universeller sicherer Fallback</vt:lpstr>
      <vt:lpstr>Aufgabe – damp_mode, toggle_service/gait, toggle_custom_mode</vt:lpstr>
      <vt:lpstr>Suggested Prompt</vt:lpstr>
      <vt:lpstr>Lösung – toggle_custom_mode: symmetrisches Enter/Exit</vt:lpstr>
      <vt:lpstr>Aufgabe 6 – Grundlegende Locomotion-Helfer</vt:lpstr>
      <vt:lpstr>Wissen – Continuous vs. Non-continuous Move </vt:lpstr>
      <vt:lpstr>Wissen – Ein Lock, ein Command zur gleichen Zeit</vt:lpstr>
      <vt:lpstr>Aufgabe – loco_move und odom_move</vt:lpstr>
      <vt:lpstr>Suggested Prompt</vt:lpstr>
      <vt:lpstr>Lösung – Closed-loop odom_move</vt:lpstr>
      <vt:lpstr>Wissen – Die SLAM RPC API IDs</vt:lpstr>
      <vt:lpstr>Wissen – SLAM Lifecycle und Map-Visualisierung</vt:lpstr>
      <vt:lpstr>Aufgabe – Mapping, Punkte, Navigation, view_map</vt:lpstr>
      <vt:lpstr>Suggested Prompt</vt:lpstr>
      <vt:lpstr>Lösung – relocate() und add_point()</vt:lpstr>
      <vt:lpstr>Warum ist das wichtig?</vt:lpstr>
      <vt:lpstr>Live Demo Ablauf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Stefanie Prochnow</dc:creator>
  <cp:lastModifiedBy>Midhun Eldose</cp:lastModifiedBy>
  <cp:revision>447</cp:revision>
  <dcterms:created xsi:type="dcterms:W3CDTF">2025-02-10T19:27:37Z</dcterms:created>
  <dcterms:modified xsi:type="dcterms:W3CDTF">2026-09-06T11:55:29Z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0x010100844D4F068579074781C47F30C60343D3</vt:lpwstr>
  </property>
  <property fmtid="{D5CDD505-2E9C-101B-9397-08002B2CF9AE}" pid="3" name="MediaServiceImageTags">
    <vt:lpwstr/>
  </property>
</Properties>
</file>