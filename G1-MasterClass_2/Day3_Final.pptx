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35"/>
  </p:notesMasterIdLst>
  <p:sldIdLst>
    <p:sldId id="317" r:id="rId6"/>
    <p:sldId id="260" r:id="rId7"/>
    <p:sldId id="261" r:id="rId8"/>
    <p:sldId id="360" r:id="rId9"/>
    <p:sldId id="361" r:id="rId10"/>
    <p:sldId id="327" r:id="rId11"/>
    <p:sldId id="356" r:id="rId12"/>
    <p:sldId id="346" r:id="rId13"/>
    <p:sldId id="355" r:id="rId14"/>
    <p:sldId id="351" r:id="rId15"/>
    <p:sldId id="347" r:id="rId16"/>
    <p:sldId id="348" r:id="rId17"/>
    <p:sldId id="354" r:id="rId18"/>
    <p:sldId id="350" r:id="rId19"/>
    <p:sldId id="377" r:id="rId20"/>
    <p:sldId id="391" r:id="rId21"/>
    <p:sldId id="378" r:id="rId22"/>
    <p:sldId id="379" r:id="rId23"/>
    <p:sldId id="380" r:id="rId24"/>
    <p:sldId id="381" r:id="rId25"/>
    <p:sldId id="382" r:id="rId26"/>
    <p:sldId id="383" r:id="rId27"/>
    <p:sldId id="384" r:id="rId28"/>
    <p:sldId id="385" r:id="rId29"/>
    <p:sldId id="386" r:id="rId30"/>
    <p:sldId id="387" r:id="rId31"/>
    <p:sldId id="388" r:id="rId32"/>
    <p:sldId id="389" r:id="rId33"/>
    <p:sldId id="390" r:id="rId3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1960"/>
    <a:srgbClr val="FB1A62"/>
    <a:srgbClr val="FFFFFF"/>
    <a:srgbClr val="1D1E1F"/>
    <a:srgbClr val="282A2E"/>
    <a:srgbClr val="D90962"/>
    <a:srgbClr val="363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291C83-914E-42B4-BFE9-58949B8D3FD9}" v="1" dt="2026-04-24T17:17:06.6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3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dhun Eldose" userId="276e0ff496d1bc83" providerId="LiveId" clId="{EBE7DE87-C041-44F4-B6B2-379359185045}"/>
    <pc:docChg chg="undo custSel addSld delSld modSld sldOrd">
      <pc:chgData name="Midhun Eldose" userId="276e0ff496d1bc83" providerId="LiveId" clId="{EBE7DE87-C041-44F4-B6B2-379359185045}" dt="2026-04-24T17:17:19.589" v="1894" actId="1076"/>
      <pc:docMkLst>
        <pc:docMk/>
      </pc:docMkLst>
      <pc:sldChg chg="addSp delSp modSp mod">
        <pc:chgData name="Midhun Eldose" userId="276e0ff496d1bc83" providerId="LiveId" clId="{EBE7DE87-C041-44F4-B6B2-379359185045}" dt="2026-04-16T15:00:12.065" v="1871" actId="20577"/>
        <pc:sldMkLst>
          <pc:docMk/>
          <pc:sldMk cId="3518121156" sldId="261"/>
        </pc:sldMkLst>
        <pc:spChg chg="mod">
          <ac:chgData name="Midhun Eldose" userId="276e0ff496d1bc83" providerId="LiveId" clId="{EBE7DE87-C041-44F4-B6B2-379359185045}" dt="2026-04-16T15:00:12.065" v="1871" actId="20577"/>
          <ac:spMkLst>
            <pc:docMk/>
            <pc:sldMk cId="3518121156" sldId="261"/>
            <ac:spMk id="6" creationId="{70C83429-2AD8-5708-108E-9EA785AF82EE}"/>
          </ac:spMkLst>
        </pc:spChg>
      </pc:sldChg>
      <pc:sldChg chg="modSp mod">
        <pc:chgData name="Midhun Eldose" userId="276e0ff496d1bc83" providerId="LiveId" clId="{EBE7DE87-C041-44F4-B6B2-379359185045}" dt="2026-04-16T14:37:23.783" v="1857" actId="255"/>
        <pc:sldMkLst>
          <pc:docMk/>
          <pc:sldMk cId="4261393044" sldId="317"/>
        </pc:sldMkLst>
        <pc:spChg chg="mod">
          <ac:chgData name="Midhun Eldose" userId="276e0ff496d1bc83" providerId="LiveId" clId="{EBE7DE87-C041-44F4-B6B2-379359185045}" dt="2026-04-16T14:37:17.850" v="1856" actId="255"/>
          <ac:spMkLst>
            <pc:docMk/>
            <pc:sldMk cId="4261393044" sldId="317"/>
            <ac:spMk id="18" creationId="{837588D7-E7EA-6F6C-C2FD-082149DB6DDB}"/>
          </ac:spMkLst>
        </pc:spChg>
        <pc:spChg chg="mod">
          <ac:chgData name="Midhun Eldose" userId="276e0ff496d1bc83" providerId="LiveId" clId="{EBE7DE87-C041-44F4-B6B2-379359185045}" dt="2026-04-16T14:37:23.783" v="1857" actId="255"/>
          <ac:spMkLst>
            <pc:docMk/>
            <pc:sldMk cId="4261393044" sldId="317"/>
            <ac:spMk id="19" creationId="{138A959C-19B3-D920-FE06-C273AA3D9276}"/>
          </ac:spMkLst>
        </pc:spChg>
      </pc:sldChg>
      <pc:sldChg chg="modSp add mod modShow">
        <pc:chgData name="Midhun Eldose" userId="276e0ff496d1bc83" providerId="LiveId" clId="{EBE7DE87-C041-44F4-B6B2-379359185045}" dt="2026-04-24T17:14:38.442" v="1883" actId="255"/>
        <pc:sldMkLst>
          <pc:docMk/>
          <pc:sldMk cId="2984577213" sldId="360"/>
        </pc:sldMkLst>
        <pc:spChg chg="mod">
          <ac:chgData name="Midhun Eldose" userId="276e0ff496d1bc83" providerId="LiveId" clId="{EBE7DE87-C041-44F4-B6B2-379359185045}" dt="2026-04-24T17:14:38.442" v="1883" actId="255"/>
          <ac:spMkLst>
            <pc:docMk/>
            <pc:sldMk cId="2984577213" sldId="360"/>
            <ac:spMk id="3" creationId="{17D3EF7C-7C32-5226-9256-E2122E36AF52}"/>
          </ac:spMkLst>
        </pc:spChg>
      </pc:sldChg>
      <pc:sldChg chg="modSp add mod modShow">
        <pc:chgData name="Midhun Eldose" userId="276e0ff496d1bc83" providerId="LiveId" clId="{EBE7DE87-C041-44F4-B6B2-379359185045}" dt="2026-04-24T17:15:02.839" v="1887" actId="1076"/>
        <pc:sldMkLst>
          <pc:docMk/>
          <pc:sldMk cId="2561365940" sldId="361"/>
        </pc:sldMkLst>
        <pc:spChg chg="mod">
          <ac:chgData name="Midhun Eldose" userId="276e0ff496d1bc83" providerId="LiveId" clId="{EBE7DE87-C041-44F4-B6B2-379359185045}" dt="2026-04-24T17:14:50.856" v="1885" actId="255"/>
          <ac:spMkLst>
            <pc:docMk/>
            <pc:sldMk cId="2561365940" sldId="361"/>
            <ac:spMk id="3" creationId="{733182EC-689F-26C0-B895-6BCC96F4E7FF}"/>
          </ac:spMkLst>
        </pc:spChg>
        <pc:spChg chg="mod">
          <ac:chgData name="Midhun Eldose" userId="276e0ff496d1bc83" providerId="LiveId" clId="{EBE7DE87-C041-44F4-B6B2-379359185045}" dt="2026-04-24T17:15:02.839" v="1887" actId="1076"/>
          <ac:spMkLst>
            <pc:docMk/>
            <pc:sldMk cId="2561365940" sldId="361"/>
            <ac:spMk id="6" creationId="{90A7D120-91B2-2563-B3E2-AAC3542896A7}"/>
          </ac:spMkLst>
        </pc:spChg>
        <pc:spChg chg="mod">
          <ac:chgData name="Midhun Eldose" userId="276e0ff496d1bc83" providerId="LiveId" clId="{EBE7DE87-C041-44F4-B6B2-379359185045}" dt="2026-04-24T17:14:59.383" v="1886" actId="1076"/>
          <ac:spMkLst>
            <pc:docMk/>
            <pc:sldMk cId="2561365940" sldId="361"/>
            <ac:spMk id="11" creationId="{74FA5E25-B095-4DB5-DE99-ED6D0EC5B189}"/>
          </ac:spMkLst>
        </pc:spChg>
      </pc:sldChg>
      <pc:sldChg chg="modSp mod">
        <pc:chgData name="Midhun Eldose" userId="276e0ff496d1bc83" providerId="LiveId" clId="{EBE7DE87-C041-44F4-B6B2-379359185045}" dt="2026-04-16T10:58:16.860" v="1831" actId="27636"/>
        <pc:sldMkLst>
          <pc:docMk/>
          <pc:sldMk cId="0" sldId="377"/>
        </pc:sldMkLst>
        <pc:spChg chg="mod">
          <ac:chgData name="Midhun Eldose" userId="276e0ff496d1bc83" providerId="LiveId" clId="{EBE7DE87-C041-44F4-B6B2-379359185045}" dt="2026-04-16T10:58:16.860" v="1831" actId="27636"/>
          <ac:spMkLst>
            <pc:docMk/>
            <pc:sldMk cId="0" sldId="377"/>
            <ac:spMk id="2" creationId="{00000000-0000-0000-0000-000000000000}"/>
          </ac:spMkLst>
        </pc:spChg>
      </pc:sldChg>
      <pc:sldChg chg="modSp mod">
        <pc:chgData name="Midhun Eldose" userId="276e0ff496d1bc83" providerId="LiveId" clId="{EBE7DE87-C041-44F4-B6B2-379359185045}" dt="2026-04-16T10:57:39.306" v="1827" actId="12"/>
        <pc:sldMkLst>
          <pc:docMk/>
          <pc:sldMk cId="0" sldId="378"/>
        </pc:sldMkLst>
        <pc:spChg chg="mod">
          <ac:chgData name="Midhun Eldose" userId="276e0ff496d1bc83" providerId="LiveId" clId="{EBE7DE87-C041-44F4-B6B2-379359185045}" dt="2026-04-16T10:57:39.306" v="1827" actId="12"/>
          <ac:spMkLst>
            <pc:docMk/>
            <pc:sldMk cId="0" sldId="378"/>
            <ac:spMk id="3" creationId="{00000000-0000-0000-0000-000000000000}"/>
          </ac:spMkLst>
        </pc:spChg>
      </pc:sldChg>
      <pc:sldChg chg="modSp mod">
        <pc:chgData name="Midhun Eldose" userId="276e0ff496d1bc83" providerId="LiveId" clId="{EBE7DE87-C041-44F4-B6B2-379359185045}" dt="2026-04-16T10:57:45.914" v="1828" actId="12"/>
        <pc:sldMkLst>
          <pc:docMk/>
          <pc:sldMk cId="0" sldId="379"/>
        </pc:sldMkLst>
        <pc:spChg chg="mod">
          <ac:chgData name="Midhun Eldose" userId="276e0ff496d1bc83" providerId="LiveId" clId="{EBE7DE87-C041-44F4-B6B2-379359185045}" dt="2026-04-16T10:57:45.914" v="1828" actId="12"/>
          <ac:spMkLst>
            <pc:docMk/>
            <pc:sldMk cId="0" sldId="379"/>
            <ac:spMk id="3" creationId="{00000000-0000-0000-0000-000000000000}"/>
          </ac:spMkLst>
        </pc:spChg>
      </pc:sldChg>
      <pc:sldChg chg="modSp mod">
        <pc:chgData name="Midhun Eldose" userId="276e0ff496d1bc83" providerId="LiveId" clId="{EBE7DE87-C041-44F4-B6B2-379359185045}" dt="2026-04-16T10:57:53.227" v="1829" actId="12"/>
        <pc:sldMkLst>
          <pc:docMk/>
          <pc:sldMk cId="0" sldId="380"/>
        </pc:sldMkLst>
        <pc:spChg chg="mod">
          <ac:chgData name="Midhun Eldose" userId="276e0ff496d1bc83" providerId="LiveId" clId="{EBE7DE87-C041-44F4-B6B2-379359185045}" dt="2026-04-16T10:57:53.227" v="1829" actId="12"/>
          <ac:spMkLst>
            <pc:docMk/>
            <pc:sldMk cId="0" sldId="380"/>
            <ac:spMk id="3" creationId="{00000000-0000-0000-0000-000000000000}"/>
          </ac:spMkLst>
        </pc:spChg>
      </pc:sldChg>
      <pc:sldChg chg="addSp delSp modSp new mod modAnim">
        <pc:chgData name="Midhun Eldose" userId="276e0ff496d1bc83" providerId="LiveId" clId="{EBE7DE87-C041-44F4-B6B2-379359185045}" dt="2026-04-24T17:17:19.589" v="1894" actId="1076"/>
        <pc:sldMkLst>
          <pc:docMk/>
          <pc:sldMk cId="3686408229" sldId="391"/>
        </pc:sldMkLst>
        <pc:spChg chg="del">
          <ac:chgData name="Midhun Eldose" userId="276e0ff496d1bc83" providerId="LiveId" clId="{EBE7DE87-C041-44F4-B6B2-379359185045}" dt="2026-04-24T17:17:13.315" v="1891" actId="478"/>
          <ac:spMkLst>
            <pc:docMk/>
            <pc:sldMk cId="3686408229" sldId="391"/>
            <ac:spMk id="2" creationId="{C9F93F97-39EC-4D3C-F2F1-B73730E9F086}"/>
          </ac:spMkLst>
        </pc:spChg>
        <pc:spChg chg="del">
          <ac:chgData name="Midhun Eldose" userId="276e0ff496d1bc83" providerId="LiveId" clId="{EBE7DE87-C041-44F4-B6B2-379359185045}" dt="2026-04-24T17:17:06.616" v="1889"/>
          <ac:spMkLst>
            <pc:docMk/>
            <pc:sldMk cId="3686408229" sldId="391"/>
            <ac:spMk id="3" creationId="{609DC72A-1BC0-2568-A22C-5B99FE0DDE06}"/>
          </ac:spMkLst>
        </pc:spChg>
        <pc:spChg chg="del">
          <ac:chgData name="Midhun Eldose" userId="276e0ff496d1bc83" providerId="LiveId" clId="{EBE7DE87-C041-44F4-B6B2-379359185045}" dt="2026-04-24T17:17:10.518" v="1890" actId="478"/>
          <ac:spMkLst>
            <pc:docMk/>
            <pc:sldMk cId="3686408229" sldId="391"/>
            <ac:spMk id="4" creationId="{AEF0D74A-AB8B-9AA7-F0BB-00AE1134204B}"/>
          </ac:spMkLst>
        </pc:spChg>
        <pc:picChg chg="add mod">
          <ac:chgData name="Midhun Eldose" userId="276e0ff496d1bc83" providerId="LiveId" clId="{EBE7DE87-C041-44F4-B6B2-379359185045}" dt="2026-04-24T17:17:19.589" v="1894" actId="1076"/>
          <ac:picMkLst>
            <pc:docMk/>
            <pc:sldMk cId="3686408229" sldId="391"/>
            <ac:picMk id="5" creationId="{9196924C-EE43-015B-5E62-01E357931C3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626C6-69D6-41F5-9210-4551A7F74285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747CD-7FEE-4FE1-9DC9-E85BA0CF4CE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89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74C35-7FDB-BB91-82F8-FB02EB059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3436" y="1134442"/>
            <a:ext cx="8625037" cy="2308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D2C720-ED91-9F73-692B-B66013DFC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3436" y="3610415"/>
            <a:ext cx="8625037" cy="16012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DE88287-0E93-39B8-918C-AF8556423FEC}"/>
              </a:ext>
            </a:extLst>
          </p:cNvPr>
          <p:cNvSpPr/>
          <p:nvPr userDrawn="1"/>
        </p:nvSpPr>
        <p:spPr>
          <a:xfrm>
            <a:off x="557048" y="-1"/>
            <a:ext cx="11672551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winkliges Dreieck 7">
            <a:extLst>
              <a:ext uri="{FF2B5EF4-FFF2-40B4-BE49-F238E27FC236}">
                <a16:creationId xmlns:a16="http://schemas.microsoft.com/office/drawing/2014/main" id="{63189508-4F81-18AE-CA12-3C95735B820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6A0EC1E-852C-532A-A4F2-1B1FCF62B24E}"/>
              </a:ext>
            </a:extLst>
          </p:cNvPr>
          <p:cNvSpPr/>
          <p:nvPr userDrawn="1"/>
        </p:nvSpPr>
        <p:spPr>
          <a:xfrm>
            <a:off x="5609424" y="3069240"/>
            <a:ext cx="2246374" cy="2720292"/>
          </a:xfrm>
          <a:prstGeom prst="roundRect">
            <a:avLst/>
          </a:prstGeom>
          <a:blipFill dpi="0" rotWithShape="1">
            <a:blip r:embed="rId2"/>
            <a:srcRect/>
            <a:stretch>
              <a:fillRect l="-3000" r="-33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E4AD166-3A37-F926-6276-F7DD8FF8FB17}"/>
              </a:ext>
            </a:extLst>
          </p:cNvPr>
          <p:cNvSpPr/>
          <p:nvPr userDrawn="1"/>
        </p:nvSpPr>
        <p:spPr>
          <a:xfrm>
            <a:off x="-5051" y="-1"/>
            <a:ext cx="6550567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BAB4807-8614-CE8C-21C5-AE689AA8C40C}"/>
              </a:ext>
            </a:extLst>
          </p:cNvPr>
          <p:cNvSpPr txBox="1">
            <a:spLocks/>
          </p:cNvSpPr>
          <p:nvPr userDrawn="1"/>
        </p:nvSpPr>
        <p:spPr>
          <a:xfrm>
            <a:off x="-104198" y="4238707"/>
            <a:ext cx="6550567" cy="4238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b="1">
                <a:solidFill>
                  <a:srgbClr val="D9096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Roboter-Potential-Analyse</a:t>
            </a:r>
          </a:p>
        </p:txBody>
      </p:sp>
      <p:pic>
        <p:nvPicPr>
          <p:cNvPr id="13" name="Grafik 12" descr="Ein Bild, das Symbol, Schrift, Grafiken, Text enthält.&#10;&#10;Automatisch generierte Beschreibung">
            <a:extLst>
              <a:ext uri="{FF2B5EF4-FFF2-40B4-BE49-F238E27FC236}">
                <a16:creationId xmlns:a16="http://schemas.microsoft.com/office/drawing/2014/main" id="{A6DA24F0-6604-239A-E40F-1C0531F7AE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F7A04FE-4364-F265-3DFB-1536B5681921}"/>
              </a:ext>
            </a:extLst>
          </p:cNvPr>
          <p:cNvSpPr/>
          <p:nvPr userDrawn="1"/>
        </p:nvSpPr>
        <p:spPr>
          <a:xfrm>
            <a:off x="6720048" y="357096"/>
            <a:ext cx="2831129" cy="2545097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77362DE9-F5D3-E529-2091-D7B03874CF34}"/>
              </a:ext>
            </a:extLst>
          </p:cNvPr>
          <p:cNvSpPr/>
          <p:nvPr userDrawn="1"/>
        </p:nvSpPr>
        <p:spPr>
          <a:xfrm>
            <a:off x="9726982" y="377434"/>
            <a:ext cx="2465018" cy="2545097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E4CDF83D-2E20-E8CA-E095-AC3E3BFC196E}"/>
              </a:ext>
            </a:extLst>
          </p:cNvPr>
          <p:cNvSpPr/>
          <p:nvPr userDrawn="1"/>
        </p:nvSpPr>
        <p:spPr>
          <a:xfrm>
            <a:off x="8041752" y="3069240"/>
            <a:ext cx="2586721" cy="2720292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blipFill>
                <a:blip r:embed="rId6"/>
                <a:stretch>
                  <a:fillRect/>
                </a:stretch>
              </a:blip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B3EF718-F394-D1D6-AD3A-A8A65C21C02C}"/>
              </a:ext>
            </a:extLst>
          </p:cNvPr>
          <p:cNvSpPr/>
          <p:nvPr userDrawn="1"/>
        </p:nvSpPr>
        <p:spPr>
          <a:xfrm>
            <a:off x="10787495" y="3090506"/>
            <a:ext cx="2831129" cy="2720292"/>
          </a:xfrm>
          <a:prstGeom prst="roundRect">
            <a:avLst/>
          </a:prstGeom>
          <a:blipFill dpi="0" rotWithShape="1">
            <a:blip r:embed="rId7"/>
            <a:srcRect/>
            <a:stretch>
              <a:fillRect l="-22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716F0882-FCF5-8CDB-BB97-BA474F7EB659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5B18F83-6B39-7343-1789-0A82774BDDE3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0" name="Untertitel 2">
            <a:extLst>
              <a:ext uri="{FF2B5EF4-FFF2-40B4-BE49-F238E27FC236}">
                <a16:creationId xmlns:a16="http://schemas.microsoft.com/office/drawing/2014/main" id="{F4436904-CA22-EA33-D85A-6AB37E71C729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E22A7A8-67CD-B8FD-F12E-78B06745B7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712721"/>
            <a:ext cx="6521450" cy="1071753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426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5C29434-5514-33E7-9C8D-8D311FA36ECC}"/>
              </a:ext>
            </a:extLst>
          </p:cNvPr>
          <p:cNvSpPr/>
          <p:nvPr userDrawn="1"/>
        </p:nvSpPr>
        <p:spPr>
          <a:xfrm>
            <a:off x="6684963" y="-1"/>
            <a:ext cx="5754449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54AF682-4566-28BF-928B-239B2EF38C19}"/>
              </a:ext>
            </a:extLst>
          </p:cNvPr>
          <p:cNvSpPr/>
          <p:nvPr userDrawn="1"/>
        </p:nvSpPr>
        <p:spPr>
          <a:xfrm>
            <a:off x="-5050" y="-1"/>
            <a:ext cx="6690014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3AA33DE-4979-35B4-61E1-24B59F3A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946"/>
            <a:ext cx="5562987" cy="878066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9936F0-5BB2-26B7-3653-9C4D5FE3F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511"/>
            <a:ext cx="5562987" cy="428367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86CEC3-CD5E-7B98-43E2-29E86328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B38E75-7E8A-84CD-3602-DB03CF29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A8F89473-4375-7F44-223E-D8783992E43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 descr="Ein Bild, das Symbol, Schrift, Grafiken, Text enthält.&#10;&#10;Automatisch generierte Beschreibung">
            <a:extLst>
              <a:ext uri="{FF2B5EF4-FFF2-40B4-BE49-F238E27FC236}">
                <a16:creationId xmlns:a16="http://schemas.microsoft.com/office/drawing/2014/main" id="{08F6E060-7BAE-CEC9-290E-4099EF7329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9" name="AutoShape 2">
            <a:extLst>
              <a:ext uri="{FF2B5EF4-FFF2-40B4-BE49-F238E27FC236}">
                <a16:creationId xmlns:a16="http://schemas.microsoft.com/office/drawing/2014/main" id="{6A570CEE-B803-E72C-444F-0CCFA366FA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67D10AD-E425-71DC-76CE-576F345F7DFE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71BC3B6C-0427-AEE1-A7A7-52EC522EBBEB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D63CC2FD-26D6-5FDE-B15F-E95DC14F41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9684" y="451945"/>
            <a:ext cx="5139916" cy="5366243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2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FC8A6-31C1-8CA8-0B26-22244455C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00B1F0-73E0-AA03-3912-5AACC5D82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B125F0-445E-68BA-600D-66FF2B776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F6F0F0-F890-E52D-29D5-EE8FD0510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D4D990-4D87-B964-A5B0-3796CD51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18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CAA2D9-3F95-2B45-6A8B-ADE8C3C90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E6E88B-B5D7-AA42-AA0C-17B533E91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24F2245-D256-493F-3001-F9FEDC366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E77E9E3-ADF5-CF44-BD82-4B5CD847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CF7593-D3DC-477E-96E0-F8AE509F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668076-276F-448D-7E56-2488B6F6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68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BFCFD4-2344-BAFD-C71E-81E07A0B7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10FEF1-C076-E1B4-5466-0799420E6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B6203D-DDA7-345D-6718-4E7B1C530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70DDB8-3435-C449-6514-F4FD30F4C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EA8B5D-576F-52DA-2E06-07FA66A36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740C192-6493-937A-E1A7-4AC898A4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F2D3025-4C40-71F0-C136-0C01CCC2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DC22DF8-7DB8-A88E-198A-2C3872C3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930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22CB0-565F-6B79-79FA-26430456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C56AF3-6C88-B0C9-153A-AE301ED8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A58577-1551-42DF-3343-DCD1AE0C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FFF5D3-583E-0580-105C-E9BDA64C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06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C8B202-34E0-B70D-539B-56ECCE0C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38E195-F527-E3EE-EA2E-E18C80D5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CD99A6-59A0-85EF-A5D8-E2BE7E8E8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24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85B8D-6095-1C20-C825-3357CDE1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789CB9-584F-AB7F-6BAB-E3DDA0D19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4CF95E-BADA-7F6D-476A-DAC6CEEEC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9122EB-0B5A-258E-3CA9-79A830DB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E303DF-BFA5-A4F4-D0A5-002C7823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3ED301-798A-C4CA-600B-FAAAEBED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35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D69862-D0EE-B148-F264-F46C3894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845EDAF-FF4A-6185-414B-5B1F581A4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B7EEAC-191C-5E06-AA0B-A6A740AC2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8D56E2-3DFE-13FE-D3B8-A74345BD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20674A-AE4F-A1E9-8DAC-CACAAC99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440943-DACB-4B6F-0C38-F837E8DCE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01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71FB8-1E20-26E2-9B03-AD078F9C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805EE5-5D39-A4A4-98A1-51F2C8524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A449B3-6AEF-4406-1C7D-98FC9F4C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174E01-2AE6-4669-EFD4-A14A36AE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A4F85F-9E86-898F-5398-6EB69590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75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4C58488-98F5-3BFD-C6EF-183F77728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F3DB59-B74F-B226-22D7-4AB39201C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481213-398D-CEC7-D082-8035B197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B71EAA-6ED4-CCA3-0ACA-5DD18890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E1C6FE-5D82-8D49-FDE3-9AF6F24D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932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81231FA-5C1D-C1C1-233E-42489A9F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785687-1EF5-457B-72B3-15F50B7E8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781CE5-18E6-B38C-7F35-6CC37AC35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49E698-6194-751D-AB14-7E8E2E87A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F93E3C-D90E-884C-1B1A-012EEF57D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627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D6292-771A-4A1E-6876-8709E6AEE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21">
            <a:extLst>
              <a:ext uri="{FF2B5EF4-FFF2-40B4-BE49-F238E27FC236}">
                <a16:creationId xmlns:a16="http://schemas.microsoft.com/office/drawing/2014/main" id="{837588D7-E7EA-6F6C-C2FD-082149DB6DDB}"/>
              </a:ext>
            </a:extLst>
          </p:cNvPr>
          <p:cNvSpPr txBox="1"/>
          <p:nvPr/>
        </p:nvSpPr>
        <p:spPr>
          <a:xfrm>
            <a:off x="69669" y="1235167"/>
            <a:ext cx="6528391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de-DE" sz="7000" b="1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Humanoid</a:t>
            </a:r>
          </a:p>
          <a:p>
            <a:pPr algn="ctr"/>
            <a:r>
              <a:rPr lang="de-DE" sz="7000" b="1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Academy</a:t>
            </a:r>
            <a:endParaRPr lang="de-DE" sz="7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138A959C-19B3-D920-FE06-C273AA3D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74080"/>
            <a:ext cx="5562987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Tag 3:Armtätigkeit​ und 3 </a:t>
            </a:r>
            <a:r>
              <a:rPr lang="de-DE" sz="3600" dirty="0" err="1">
                <a:solidFill>
                  <a:srgbClr val="FB1A62"/>
                </a:solidFill>
                <a:latin typeface="Roboto"/>
                <a:ea typeface="Roboto"/>
                <a:cs typeface="Roboto"/>
              </a:rPr>
              <a:t>finger</a:t>
            </a:r>
            <a:r>
              <a:rPr lang="de-DE" sz="3600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 </a:t>
            </a:r>
            <a:r>
              <a:rPr lang="de-DE" sz="3600" dirty="0" err="1">
                <a:solidFill>
                  <a:srgbClr val="FB1A62"/>
                </a:solidFill>
                <a:latin typeface="Roboto"/>
                <a:ea typeface="Roboto"/>
                <a:cs typeface="Roboto"/>
              </a:rPr>
              <a:t>Gripper</a:t>
            </a:r>
            <a:endParaRPr lang="de-DE" sz="3600" dirty="0">
              <a:solidFill>
                <a:srgbClr val="FB1A62"/>
              </a:solidFill>
            </a:endParaRP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FDCFB8B-2AE0-A35E-1900-065FE10485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93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7649-6D90-14F4-1574-8C1788334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962ECC-7F5A-B2EA-B3AB-BB43112A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4981"/>
            <a:ext cx="6688183" cy="878066"/>
          </a:xfrm>
        </p:spPr>
        <p:txBody>
          <a:bodyPr>
            <a:normAutofit fontScale="90000"/>
          </a:bodyPr>
          <a:lstStyle/>
          <a:p>
            <a:pPr algn="ctr"/>
            <a:r>
              <a:rPr lang="de-DE" sz="4000" dirty="0">
                <a:latin typeface="Roboto"/>
                <a:ea typeface="Roboto"/>
                <a:cs typeface="Roboto"/>
              </a:rPr>
              <a:t>Zeitplan</a:t>
            </a:r>
            <a:br>
              <a:rPr lang="de-DE" sz="4000" dirty="0">
                <a:latin typeface="Roboto"/>
                <a:ea typeface="Roboto"/>
                <a:cs typeface="Roboto"/>
              </a:rPr>
            </a:br>
            <a:r>
              <a:rPr lang="de-DE" sz="4000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Tag 3</a:t>
            </a:r>
            <a:endParaRPr lang="de-DE" sz="4000" dirty="0">
              <a:solidFill>
                <a:srgbClr val="FB1A62"/>
              </a:solidFill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9479B6B-F538-0E70-8D94-4B61194632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8514217"/>
              </p:ext>
            </p:extLst>
          </p:nvPr>
        </p:nvGraphicFramePr>
        <p:xfrm>
          <a:off x="562791" y="1872342"/>
          <a:ext cx="55626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677736132"/>
                    </a:ext>
                  </a:extLst>
                </a:gridCol>
              </a:tblGrid>
              <a:tr h="347119">
                <a:tc>
                  <a:txBody>
                    <a:bodyPr/>
                    <a:lstStyle/>
                    <a:p>
                      <a:pPr algn="ctr"/>
                      <a:r>
                        <a:rPr lang="de-DE" sz="2000" b="0" i="0" u="none" strike="noStrike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Mi 29.04.2026​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FB1A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830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08:30 Einfinden der Teilnehmer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598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09:00 Schulungsblock 1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525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10:30 Kaffee- und Teepause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89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10:45 Schulungsblock 2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17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12:00 Mittagessen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463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13:00 Schulungsblock 3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7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14:30 Kaffee- und Teepause mit Snacks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832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15:00 Schulungsblock 4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48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17:00 Ende Tag 3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29427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9A2F500-DB16-EDEF-B198-418F6A035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047976"/>
              </p:ext>
            </p:extLst>
          </p:nvPr>
        </p:nvGraphicFramePr>
        <p:xfrm>
          <a:off x="562791" y="5834742"/>
          <a:ext cx="5562600" cy="396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1306137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20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455013"/>
                  </a:ext>
                </a:extLst>
              </a:tr>
            </a:tbl>
          </a:graphicData>
        </a:graphic>
      </p:graphicFrame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0A0D87F-F316-CEA9-3E60-369C59AFFF7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74284" y="1044612"/>
            <a:ext cx="5139916" cy="53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45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CEC7-088C-FA66-F5F7-57FAF217A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6204E4-BED6-8E00-09C9-277678CB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121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Tagesziele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83429-2AD8-5708-108E-9EA785AF8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" y="1983245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/>
              <a:t>Overview Hand &amp; Armvarianten​</a:t>
            </a:r>
          </a:p>
          <a:p>
            <a:r>
              <a:rPr lang="de-DE" dirty="0"/>
              <a:t>Grundlagen der Armtätigkeit​</a:t>
            </a:r>
          </a:p>
          <a:p>
            <a:r>
              <a:rPr lang="de-DE" dirty="0"/>
              <a:t>Aufgabe mit 3 </a:t>
            </a:r>
            <a:r>
              <a:rPr lang="de-DE" dirty="0" err="1"/>
              <a:t>finger</a:t>
            </a:r>
            <a:endParaRPr lang="de-DE" dirty="0"/>
          </a:p>
          <a:p>
            <a:r>
              <a:rPr lang="de-DE" dirty="0"/>
              <a:t>SLAM mit </a:t>
            </a:r>
            <a:r>
              <a:rPr lang="de-DE" dirty="0" err="1"/>
              <a:t>rviz</a:t>
            </a:r>
            <a:endParaRPr lang="de-DE" dirty="0"/>
          </a:p>
          <a:p>
            <a:endParaRPr lang="de-DE" altLang="de-DE" dirty="0">
              <a:latin typeface="Arial" panose="020B0604020202020204" pitchFamily="34" charset="0"/>
            </a:endParaRP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44C48BF-9B87-C31F-FE76-9F18335111D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684" y="451945"/>
            <a:ext cx="5624970" cy="587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21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E96C-1396-0F74-7C3C-6850AF8A9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262B6A2-EDD2-ECAA-8D1D-CAD3FA3B9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946755C7-011E-3D38-2A07-5C4EDE131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1806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t>Kartierung und Navigation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8884FCD-31D0-4E0F-240C-A5F51AE7B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391" y="1881678"/>
            <a:ext cx="7098887" cy="4002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D3EF7C-7C32-5226-9256-E2122E36AF52}"/>
              </a:ext>
            </a:extLst>
          </p:cNvPr>
          <p:cNvSpPr txBox="1"/>
          <p:nvPr/>
        </p:nvSpPr>
        <p:spPr>
          <a:xfrm>
            <a:off x="330201" y="1881678"/>
            <a:ext cx="366638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8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Erstellung</a:t>
            </a:r>
            <a:r>
              <a:rPr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der Karte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8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Punktdefinition</a:t>
            </a:r>
            <a:endParaRPr lang="en-GB" sz="2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577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67D49-6FE1-01B2-B3A4-41B342B9F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E1AA8DC-4959-70B4-252A-5208C868C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74FA5E25-B095-4DB5-DE99-ED6D0EC5B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25314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dirty="0" err="1"/>
              <a:t>Kartierung</a:t>
            </a:r>
            <a:r>
              <a:rPr dirty="0"/>
              <a:t> und Navigation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182EC-689F-26C0-B895-6BCC96F4E7FF}"/>
              </a:ext>
            </a:extLst>
          </p:cNvPr>
          <p:cNvSpPr txBox="1"/>
          <p:nvPr/>
        </p:nvSpPr>
        <p:spPr>
          <a:xfrm>
            <a:off x="330201" y="1824204"/>
            <a:ext cx="29562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8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Pfadplannung</a:t>
            </a:r>
            <a:endParaRPr lang="en-GB" sz="2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A* </a:t>
            </a:r>
            <a:r>
              <a:rPr sz="28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Algorithmus</a:t>
            </a:r>
            <a:endParaRPr lang="en-GB" sz="2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Picture 2" descr="Figure 1 from Path Planning of Mobile Robot Based on Improved A-Star ...">
            <a:extLst>
              <a:ext uri="{FF2B5EF4-FFF2-40B4-BE49-F238E27FC236}">
                <a16:creationId xmlns:a16="http://schemas.microsoft.com/office/drawing/2014/main" id="{874B070D-4A4B-0CD4-790B-6D9E24D6D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20" y="2914219"/>
            <a:ext cx="4416489" cy="350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88CBDF8-E063-712B-55D2-0A9243145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741" y="2914219"/>
            <a:ext cx="3802063" cy="350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90A7D120-91B2-2563-B3E2-AAC3542896A7}"/>
              </a:ext>
            </a:extLst>
          </p:cNvPr>
          <p:cNvSpPr txBox="1">
            <a:spLocks/>
          </p:cNvSpPr>
          <p:nvPr/>
        </p:nvSpPr>
        <p:spPr>
          <a:xfrm>
            <a:off x="-2" y="81023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dirty="0" err="1"/>
              <a:t>Daten</a:t>
            </a:r>
            <a:r>
              <a:rPr dirty="0"/>
              <a:t> </a:t>
            </a:r>
            <a:r>
              <a:rPr dirty="0" err="1"/>
              <a:t>vom</a:t>
            </a:r>
            <a:r>
              <a:rPr dirty="0"/>
              <a:t> </a:t>
            </a:r>
            <a:r>
              <a:rPr dirty="0" err="1"/>
              <a:t>Roboter</a:t>
            </a:r>
            <a:r>
              <a:rPr dirty="0"/>
              <a:t> (</a:t>
            </a:r>
            <a:r>
              <a:rPr dirty="0" err="1"/>
              <a:t>Allgemein</a:t>
            </a:r>
            <a:r>
              <a:rPr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1365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EAF20-5A08-E42A-1758-329B6B399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9DE8FF6-0B50-C834-668B-7495FDA1D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5272F96-F444-8AB5-B8C8-5D5C9B4A169E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Dex3-1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4C86FF8F-12F6-4DE5-5B73-45D6CC8AD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Overview Hand &amp; Armvarianten​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CF763A9-E9D7-E963-2A02-65F781CA00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" t="9141"/>
          <a:stretch>
            <a:fillRect/>
          </a:stretch>
        </p:blipFill>
        <p:spPr bwMode="auto">
          <a:xfrm>
            <a:off x="2150533" y="1752599"/>
            <a:ext cx="8187267" cy="4751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9456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B88A3A-2B00-7D99-BDEB-D48A70B15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G1 3 FINGER</a:t>
            </a:r>
          </a:p>
        </p:txBody>
      </p:sp>
      <p:pic>
        <p:nvPicPr>
          <p:cNvPr id="6" name="Inhaltsplatzhalter 5" descr="Ein Bild, das Maschine, Werkzeug, Roboter, Im Haus enthält.&#10;&#10;KI-generierte Inhalte können fehlerhaft sein.">
            <a:extLst>
              <a:ext uri="{FF2B5EF4-FFF2-40B4-BE49-F238E27FC236}">
                <a16:creationId xmlns:a16="http://schemas.microsoft.com/office/drawing/2014/main" id="{227AEC2B-FE72-4B2F-3076-523DAE7C8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799" y="1711543"/>
            <a:ext cx="2014081" cy="4209020"/>
          </a:xfrm>
          <a:prstGeom prst="rect">
            <a:avLst/>
          </a:prstGeom>
        </p:spPr>
      </p:pic>
      <p:pic>
        <p:nvPicPr>
          <p:cNvPr id="8" name="Bildplatzhalter 7" descr="Ein Bild, das Person, Motorrad, Fahrrad, Hebel enthält.&#10;&#10;KI-generierte Inhalte können fehlerhaft sein.">
            <a:extLst>
              <a:ext uri="{FF2B5EF4-FFF2-40B4-BE49-F238E27FC236}">
                <a16:creationId xmlns:a16="http://schemas.microsoft.com/office/drawing/2014/main" id="{F5810D15-AFB5-CFBA-08F2-3D55E86E56E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5" b="10855"/>
          <a:stretch>
            <a:fillRect/>
          </a:stretch>
        </p:blipFill>
        <p:spPr>
          <a:xfrm>
            <a:off x="7522936" y="975360"/>
            <a:ext cx="3830864" cy="399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652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E91DF-676B-8A81-4952-8FF355230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C141CFE-4DC0-60C3-660C-8BCFC9B51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EEF5DA9E-B23F-26B2-2ECD-693AF7445C9A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>
                <a:solidFill>
                  <a:srgbClr val="FB1A62"/>
                </a:solidFill>
              </a:rPr>
              <a:t>DFX Dexterous Hand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89596255-7E3E-32AE-D1FE-BFDAD9704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Overview Hand &amp; Armvarianten​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BBCFBAE-9B81-161E-4F4C-1BE94C5F7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517" y="1747307"/>
            <a:ext cx="7306926" cy="474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110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063578-23C5-D561-0338-A454B00F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71" y="179527"/>
            <a:ext cx="5562987" cy="878066"/>
          </a:xfrm>
        </p:spPr>
        <p:txBody>
          <a:bodyPr/>
          <a:lstStyle/>
          <a:p>
            <a:r>
              <a:rPr lang="de-DE" dirty="0"/>
              <a:t>G1 FÜNF FINGER</a:t>
            </a:r>
          </a:p>
        </p:txBody>
      </p:sp>
      <p:pic>
        <p:nvPicPr>
          <p:cNvPr id="14" name="Inhaltsplatzhalter 13" descr="Ein Bild, das Kamera, optisches Instrument, Werkzeug, Kameras und Optik enthält.&#10;&#10;KI-generierte Inhalte können fehlerhaft sein.">
            <a:extLst>
              <a:ext uri="{FF2B5EF4-FFF2-40B4-BE49-F238E27FC236}">
                <a16:creationId xmlns:a16="http://schemas.microsoft.com/office/drawing/2014/main" id="{1C80A326-8209-708F-F1A7-3B31CFFED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0707" y="1892723"/>
            <a:ext cx="5469428" cy="4102071"/>
          </a:xfrm>
          <a:prstGeom prst="rect">
            <a:avLst/>
          </a:prstGeom>
        </p:spPr>
      </p:pic>
      <p:pic>
        <p:nvPicPr>
          <p:cNvPr id="16" name="Grafik 15" descr="Ein Bild, das Maschine, Im Haus, Wand enthält.&#10;&#10;KI-generierte Inhalte können fehlerhaft sein.">
            <a:extLst>
              <a:ext uri="{FF2B5EF4-FFF2-40B4-BE49-F238E27FC236}">
                <a16:creationId xmlns:a16="http://schemas.microsoft.com/office/drawing/2014/main" id="{111C73ED-326C-7060-2FE7-003110C6E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057390" y="1783084"/>
            <a:ext cx="4592320" cy="344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9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137A2-771F-E8D8-52E9-4F5947850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CDF17B7-6065-9F3B-33ED-72239434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AE34D163-4591-B163-6F5E-3C309F215B22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000" dirty="0">
                <a:solidFill>
                  <a:srgbClr val="FB1A62"/>
                </a:solidFill>
              </a:rPr>
              <a:t>Steuerung einzelner Finger​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7D036255-0A04-D452-AA21-76ECEFEB4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Festprogrammierte Greifaufgabe​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73253BB-B1F1-75F5-8067-9B187F341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33" y="2322831"/>
            <a:ext cx="11135533" cy="30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526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394C9-6AC7-E32C-925E-321987D0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E31D8B4-24B5-DA3B-3F06-6DCAE8C4D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75686" cy="6858000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3AD75CAB-1B36-032E-F1F6-8151DA0412E1}"/>
              </a:ext>
            </a:extLst>
          </p:cNvPr>
          <p:cNvSpPr txBox="1">
            <a:spLocks/>
          </p:cNvSpPr>
          <p:nvPr/>
        </p:nvSpPr>
        <p:spPr>
          <a:xfrm>
            <a:off x="0" y="1103380"/>
            <a:ext cx="12445999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en-GB" sz="3000" dirty="0" err="1">
                <a:solidFill>
                  <a:srgbClr val="FB1A62"/>
                </a:solidFill>
              </a:rPr>
              <a:t>Gelenke</a:t>
            </a:r>
            <a:endParaRPr lang="de-DE" sz="3000" dirty="0">
              <a:solidFill>
                <a:srgbClr val="FB1A62"/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29C6F11C-707F-E10E-2D7E-602A7F877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4195"/>
            <a:ext cx="124460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Grundlagen der Armtätigkeit​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BAE5A21-FE9F-5472-77E7-3C7ABD078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843" y="1758722"/>
            <a:ext cx="5327121" cy="4718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726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03C6D-421F-D856-8AD4-8E708D1BF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16E2B0-D72B-C794-2EBD-CACAFCFAD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121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Grundlagen der Armtätigkeit​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E1BD86DD-5AE4-9663-7167-A5DE79E24B2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968990" y="841411"/>
            <a:ext cx="5139916" cy="5366243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1BC7A496-0799-D68A-3D49-D3313AD49B5A}"/>
              </a:ext>
            </a:extLst>
          </p:cNvPr>
          <p:cNvSpPr txBox="1">
            <a:spLocks/>
          </p:cNvSpPr>
          <p:nvPr/>
        </p:nvSpPr>
        <p:spPr>
          <a:xfrm>
            <a:off x="83094" y="1554816"/>
            <a:ext cx="6509294" cy="1813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endParaRPr lang="de-DE" sz="3200" dirty="0">
              <a:solidFill>
                <a:srgbClr val="FA1960"/>
              </a:solidFill>
            </a:endParaRPr>
          </a:p>
          <a:p>
            <a:pPr algn="ctr"/>
            <a:endParaRPr lang="de-DE" sz="3200" dirty="0">
              <a:solidFill>
                <a:srgbClr val="FA1960"/>
              </a:solidFill>
            </a:endParaRPr>
          </a:p>
          <a:p>
            <a:pPr algn="ctr"/>
            <a:r>
              <a:rPr lang="de-DE" sz="3200" dirty="0">
                <a:solidFill>
                  <a:srgbClr val="FA1960"/>
                </a:solidFill>
              </a:rPr>
              <a:t>Demo Hand Movement</a:t>
            </a:r>
          </a:p>
          <a:p>
            <a:pPr algn="ctr"/>
            <a:endParaRPr lang="de-DE" sz="3200" dirty="0">
              <a:solidFill>
                <a:srgbClr val="FA1960"/>
              </a:solidFill>
            </a:endParaRPr>
          </a:p>
          <a:p>
            <a:pPr algn="ctr"/>
            <a:endParaRPr lang="de-DE" sz="3200" dirty="0">
              <a:solidFill>
                <a:srgbClr val="FA1960"/>
              </a:solidFill>
            </a:endParaRPr>
          </a:p>
          <a:p>
            <a:pPr algn="ctr"/>
            <a:r>
              <a:rPr lang="de-DE" sz="3200" dirty="0"/>
              <a:t>​</a:t>
            </a:r>
            <a:endParaRPr lang="de-DE" sz="3000" dirty="0">
              <a:solidFill>
                <a:srgbClr val="FB1A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639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EEC75-5912-3EE4-5DC8-2ED4474EF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6ED0C9-F2E0-45F3-3456-565B04A68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185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Fazit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2BFBD92-886F-FC59-B6D7-E6732FE6447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960644" y="848185"/>
            <a:ext cx="5139916" cy="5366243"/>
          </a:xfrm>
          <a:prstGeom prst="rect">
            <a:avLst/>
          </a:prstGeom>
        </p:spPr>
      </p:pic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92B0D5E-28A1-AF13-7B87-D3DBFF8FA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4" y="1983245"/>
            <a:ext cx="6514011" cy="26310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/>
              <a:t>Overview Hand &amp; Armvarianten​</a:t>
            </a:r>
          </a:p>
          <a:p>
            <a:r>
              <a:rPr lang="de-DE" dirty="0"/>
              <a:t>Grundlagen der Armtätigkeit​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913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8BEAFD-9798-3A9C-8A4A-F92CC59E4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DBA67A-1F03-E1D5-9054-BE748EC83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1213"/>
            <a:ext cx="6680200" cy="878066"/>
          </a:xfrm>
        </p:spPr>
        <p:txBody>
          <a:bodyPr>
            <a:noAutofit/>
          </a:bodyPr>
          <a:lstStyle/>
          <a:p>
            <a:pPr algn="ctr"/>
            <a:r>
              <a:rPr lang="de-DE" sz="3600" dirty="0"/>
              <a:t>Grundlagen der Armtätigkeit​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77F77B8-891D-CA37-3852-4697BAC92F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A623BF8-1BF1-5785-75B7-3F83ABD3D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5520" y="629106"/>
            <a:ext cx="3185080" cy="533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C0A0D236-FD2B-4F8D-E29B-5DC5C1193A6B}"/>
              </a:ext>
            </a:extLst>
          </p:cNvPr>
          <p:cNvSpPr txBox="1">
            <a:spLocks/>
          </p:cNvSpPr>
          <p:nvPr/>
        </p:nvSpPr>
        <p:spPr>
          <a:xfrm>
            <a:off x="0" y="1247229"/>
            <a:ext cx="6680200" cy="878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ctr"/>
            <a:r>
              <a:rPr lang="de-DE" sz="3000" dirty="0">
                <a:solidFill>
                  <a:srgbClr val="FB1A62"/>
                </a:solidFill>
              </a:rPr>
              <a:t>High Level</a:t>
            </a:r>
          </a:p>
        </p:txBody>
      </p:sp>
    </p:spTree>
    <p:extLst>
      <p:ext uri="{BB962C8B-B14F-4D97-AF65-F5344CB8AC3E}">
        <p14:creationId xmlns:p14="http://schemas.microsoft.com/office/powerpoint/2010/main" val="219571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G1 3-Finger </a:t>
            </a:r>
            <a:r>
              <a:rPr dirty="0" err="1"/>
              <a:t>Greifer</a:t>
            </a:r>
            <a:r>
              <a:rPr dirty="0"/>
              <a:t> (</a:t>
            </a:r>
            <a:r>
              <a:rPr dirty="0" err="1"/>
              <a:t>Konzept</a:t>
            </a:r>
            <a:r>
              <a:rPr dirty="0"/>
              <a:t>)</a:t>
            </a:r>
            <a:br>
              <a:rPr lang="de-DE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3 Finger </a:t>
            </a:r>
            <a:r>
              <a:rPr dirty="0" err="1"/>
              <a:t>Greifer</a:t>
            </a:r>
            <a:r>
              <a:rPr dirty="0"/>
              <a:t> für stabile und adaptive </a:t>
            </a:r>
            <a:r>
              <a:rPr dirty="0" err="1"/>
              <a:t>Greifbewegungen</a:t>
            </a:r>
            <a:endParaRPr dirty="0"/>
          </a:p>
          <a:p>
            <a:r>
              <a:rPr dirty="0" err="1"/>
              <a:t>Geeignet</a:t>
            </a:r>
            <a:r>
              <a:rPr dirty="0"/>
              <a:t> für Boxen, </a:t>
            </a:r>
            <a:r>
              <a:rPr dirty="0" err="1"/>
              <a:t>Werkzeuge</a:t>
            </a:r>
            <a:r>
              <a:rPr dirty="0"/>
              <a:t> und </a:t>
            </a:r>
            <a:r>
              <a:rPr dirty="0" err="1"/>
              <a:t>industrielle</a:t>
            </a:r>
            <a:r>
              <a:rPr dirty="0"/>
              <a:t> </a:t>
            </a:r>
            <a:r>
              <a:rPr dirty="0" err="1"/>
              <a:t>Objekte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F11425C-275E-F899-1F7A-2494979B52B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icrosoftTeams-video (4)">
            <a:hlinkClick r:id="" action="ppaction://media"/>
            <a:extLst>
              <a:ext uri="{FF2B5EF4-FFF2-40B4-BE49-F238E27FC236}">
                <a16:creationId xmlns:a16="http://schemas.microsoft.com/office/drawing/2014/main" id="{9196924C-EE43-015B-5E62-01E357931C3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30053" y="407353"/>
            <a:ext cx="3318827" cy="5883177"/>
          </a:xfrm>
        </p:spPr>
      </p:pic>
    </p:spTree>
    <p:extLst>
      <p:ext uri="{BB962C8B-B14F-4D97-AF65-F5344CB8AC3E}">
        <p14:creationId xmlns:p14="http://schemas.microsoft.com/office/powerpoint/2010/main" val="368640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Greifprinzip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Kraftschluss</a:t>
            </a:r>
            <a:r>
              <a:rPr dirty="0"/>
              <a:t> (Force Closure)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Formschluss</a:t>
            </a:r>
            <a:r>
              <a:rPr dirty="0"/>
              <a:t> (Shape Fit)</a:t>
            </a:r>
          </a:p>
          <a:p>
            <a:pPr marL="0" indent="0">
              <a:buNone/>
            </a:pPr>
            <a:r>
              <a:rPr dirty="0"/>
              <a:t>• Drei </a:t>
            </a:r>
            <a:r>
              <a:rPr dirty="0" err="1"/>
              <a:t>Kontaktpunkte</a:t>
            </a:r>
            <a:r>
              <a:rPr dirty="0"/>
              <a:t> für </a:t>
            </a:r>
            <a:r>
              <a:rPr dirty="0" err="1"/>
              <a:t>Stabilität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26B4469-2C1B-E441-D260-4CF905E104D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Greifarten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Pinch Grip (</a:t>
            </a:r>
            <a:r>
              <a:rPr dirty="0" err="1"/>
              <a:t>Präzisionsgriff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Power Grip (</a:t>
            </a:r>
            <a:r>
              <a:rPr dirty="0" err="1"/>
              <a:t>Kraftgriff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Adaptive </a:t>
            </a:r>
            <a:r>
              <a:rPr dirty="0" err="1"/>
              <a:t>Greifbewegung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5EC0A432-57EA-ACA2-1504-6B3BE463D26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Steuerung des Greifers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Einzelne</a:t>
            </a:r>
            <a:r>
              <a:rPr dirty="0"/>
              <a:t> </a:t>
            </a:r>
            <a:r>
              <a:rPr dirty="0" err="1"/>
              <a:t>Fingersteuerung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Vordefinierte</a:t>
            </a:r>
            <a:r>
              <a:rPr dirty="0"/>
              <a:t> </a:t>
            </a:r>
            <a:r>
              <a:rPr dirty="0" err="1"/>
              <a:t>Greifmuster</a:t>
            </a:r>
            <a:endParaRPr dirty="0"/>
          </a:p>
          <a:p>
            <a:pPr marL="0" indent="0">
              <a:buNone/>
            </a:pPr>
            <a:r>
              <a:rPr dirty="0"/>
              <a:t>• Integration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Armbewegung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ACE5312F-E93F-815E-2257-8683835058D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Koordination Arm + Greifer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Arm </a:t>
            </a:r>
            <a:r>
              <a:rPr dirty="0" err="1"/>
              <a:t>bewegt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Zielposition</a:t>
            </a:r>
            <a:endParaRPr dirty="0"/>
          </a:p>
          <a:p>
            <a:r>
              <a:rPr dirty="0" err="1"/>
              <a:t>Greifer</a:t>
            </a:r>
            <a:r>
              <a:rPr dirty="0"/>
              <a:t> </a:t>
            </a:r>
            <a:r>
              <a:rPr dirty="0" err="1"/>
              <a:t>schließt</a:t>
            </a:r>
            <a:r>
              <a:rPr dirty="0"/>
              <a:t> </a:t>
            </a:r>
            <a:r>
              <a:rPr dirty="0" err="1"/>
              <a:t>sich</a:t>
            </a:r>
            <a:endParaRPr dirty="0"/>
          </a:p>
          <a:p>
            <a:r>
              <a:rPr dirty="0" err="1"/>
              <a:t>Objekt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</a:t>
            </a:r>
            <a:r>
              <a:rPr dirty="0" err="1"/>
              <a:t>stabil</a:t>
            </a:r>
            <a:r>
              <a:rPr dirty="0"/>
              <a:t> </a:t>
            </a:r>
            <a:r>
              <a:rPr dirty="0" err="1"/>
              <a:t>gehalten</a:t>
            </a:r>
            <a:endParaRPr dirty="0"/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36B76E40-886E-597C-7874-CCCF8506DAB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Aufgabe: Einfaches Greifen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Greife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Objekt</a:t>
            </a:r>
            <a:r>
              <a:rPr dirty="0"/>
              <a:t> (Box)</a:t>
            </a:r>
          </a:p>
          <a:p>
            <a:r>
              <a:rPr dirty="0" err="1"/>
              <a:t>Anheben</a:t>
            </a:r>
            <a:r>
              <a:rPr dirty="0"/>
              <a:t> und </a:t>
            </a:r>
            <a:r>
              <a:rPr dirty="0" err="1"/>
              <a:t>halten</a:t>
            </a:r>
            <a:endParaRPr dirty="0"/>
          </a:p>
          <a:p>
            <a:r>
              <a:rPr dirty="0"/>
              <a:t>In </a:t>
            </a:r>
            <a:r>
              <a:rPr dirty="0" err="1"/>
              <a:t>Ausgangsposition</a:t>
            </a:r>
            <a:r>
              <a:rPr dirty="0"/>
              <a:t> </a:t>
            </a:r>
            <a:r>
              <a:rPr dirty="0" err="1"/>
              <a:t>zurückkehren</a:t>
            </a:r>
            <a:endParaRPr dirty="0"/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81B7D3C1-2011-88F8-EC91-83DA3372822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Aufgabe: Präzisionsgriff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Kleines Objekt greifen</a:t>
            </a:r>
          </a:p>
          <a:p>
            <a:r>
              <a:t>Langsam anheben</a:t>
            </a:r>
          </a:p>
          <a:p>
            <a:r>
              <a:t>Ohne Fallenlassen platzieren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96B15C9C-F4F8-A567-4241-4014F23B023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Aufgabe: Pick &amp; 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Objekt von Position A aufnehmen</a:t>
            </a:r>
          </a:p>
          <a:p>
            <a:r>
              <a:t>Zu Position B bewegen</a:t>
            </a:r>
          </a:p>
          <a:p>
            <a:r>
              <a:t>Kontrolliert ablegen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87917436-0BE9-EB5A-86FC-2281FB6E94E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Aufgabe: Stabilität testen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Objekt greifen</a:t>
            </a:r>
          </a:p>
          <a:p>
            <a:r>
              <a:t>Roboter leicht bewegen</a:t>
            </a:r>
          </a:p>
          <a:p>
            <a:r>
              <a:t>Überprüfen ob Objekt stabil bleibt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B4E7C262-E50C-8A99-0E41-141D9966F32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Erweiterte Aufgabe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Objekterkennung</a:t>
            </a:r>
            <a:r>
              <a:rPr dirty="0"/>
              <a:t> → </a:t>
            </a:r>
            <a:r>
              <a:rPr dirty="0" err="1"/>
              <a:t>Greifen</a:t>
            </a:r>
            <a:endParaRPr dirty="0"/>
          </a:p>
          <a:p>
            <a:r>
              <a:rPr dirty="0" err="1"/>
              <a:t>Kombination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Kamera / SLAM</a:t>
            </a:r>
          </a:p>
          <a:p>
            <a:r>
              <a:rPr dirty="0" err="1"/>
              <a:t>Autonomes</a:t>
            </a:r>
            <a:r>
              <a:rPr dirty="0"/>
              <a:t> Pick &amp; Place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57E3BD27-C777-8D96-500D-BDE9593A0A4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Low-Level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Joint </a:t>
            </a:r>
            <a:r>
              <a:rPr dirty="0" err="1"/>
              <a:t>Steuerung</a:t>
            </a:r>
            <a:endParaRPr dirty="0"/>
          </a:p>
          <a:p>
            <a:pPr marL="0" indent="0">
              <a:buNone/>
            </a:pPr>
            <a:r>
              <a:rPr dirty="0"/>
              <a:t>• Arm </a:t>
            </a:r>
            <a:r>
              <a:rPr dirty="0" err="1"/>
              <a:t>Bewegung</a:t>
            </a:r>
            <a:endParaRPr dirty="0"/>
          </a:p>
          <a:p>
            <a:pPr marL="0" indent="0">
              <a:buNone/>
            </a:pPr>
            <a:r>
              <a:rPr dirty="0"/>
              <a:t>• Hand </a:t>
            </a:r>
            <a:r>
              <a:rPr dirty="0" err="1"/>
              <a:t>Koordination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554309A5-B463-BDB2-AA1B-753EC654A4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 Daten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Kamera (RGB-D)</a:t>
            </a:r>
          </a:p>
          <a:p>
            <a:pPr marL="0" indent="0">
              <a:buNone/>
            </a:pPr>
            <a:r>
              <a:rPr dirty="0"/>
              <a:t>• LiDAR</a:t>
            </a:r>
          </a:p>
          <a:p>
            <a:pPr marL="0" indent="0">
              <a:buNone/>
            </a:pPr>
            <a:r>
              <a:rPr dirty="0"/>
              <a:t>• IMU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37959E3-5661-B0F0-343A-2C17BD0330F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 &amp; Repeat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Bewegung</a:t>
            </a:r>
            <a:r>
              <a:rPr dirty="0"/>
              <a:t> </a:t>
            </a:r>
            <a:r>
              <a:rPr dirty="0" err="1"/>
              <a:t>aufnehmen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Wiederholen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AA3A5E37-E393-F38E-5EB1-192036838E5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Tag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Objekt</a:t>
            </a:r>
            <a:r>
              <a:rPr dirty="0"/>
              <a:t> </a:t>
            </a:r>
            <a:r>
              <a:rPr dirty="0" err="1"/>
              <a:t>erkennen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Greifen</a:t>
            </a:r>
            <a:r>
              <a:rPr dirty="0"/>
              <a:t> (3-Finger)</a:t>
            </a:r>
          </a:p>
          <a:p>
            <a:pPr marL="0" indent="0">
              <a:buNone/>
            </a:pPr>
            <a:r>
              <a:rPr dirty="0"/>
              <a:t>• Pick &amp; Place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07FAA26-EABA-2668-2A89-4BD64158221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44D4F068579074781C47F30C60343D3" ma:contentTypeVersion="15" ma:contentTypeDescription="Ein neues Dokument erstellen." ma:contentTypeScope="" ma:versionID="888a2b6ad7ca9002ee54190ff8eed71e">
  <xsd:schema xmlns:xsd="http://www.w3.org/2001/XMLSchema" xmlns:xs="http://www.w3.org/2001/XMLSchema" xmlns:p="http://schemas.microsoft.com/office/2006/metadata/properties" xmlns:ns2="29710a0d-a916-43a9-8a24-1cbe13199583" xmlns:ns3="17e9a383-b1c7-4c94-a2a2-eacb0c3a46c7" targetNamespace="http://schemas.microsoft.com/office/2006/metadata/properties" ma:root="true" ma:fieldsID="15b51d936a95c51106e2d52ff8cf6082" ns2:_="" ns3:_="">
    <xsd:import namespace="29710a0d-a916-43a9-8a24-1cbe13199583"/>
    <xsd:import namespace="17e9a383-b1c7-4c94-a2a2-eacb0c3a46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710a0d-a916-43a9-8a24-1cbe131995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3d4ceb03-c040-4e28-8a80-56efb7fa70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9a383-b1c7-4c94-a2a2-eacb0c3a46c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b5da3b1-f5bd-4f20-88b3-76d75b082fc4}" ma:internalName="TaxCatchAll" ma:showField="CatchAllData" ma:web="17e9a383-b1c7-4c94-a2a2-eacb0c3a46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BSO999929 xmlns="http://www.datev.de/BSOffice/999929">306d5c34-c375-434d-a27d-82eb08a5504b</BSO999929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710a0d-a916-43a9-8a24-1cbe13199583">
      <Terms xmlns="http://schemas.microsoft.com/office/infopath/2007/PartnerControls"/>
    </lcf76f155ced4ddcb4097134ff3c332f>
    <TaxCatchAll xmlns="17e9a383-b1c7-4c94-a2a2-eacb0c3a46c7" xsi:nil="true"/>
  </documentManagement>
</p:properties>
</file>

<file path=customXml/itemProps1.xml><?xml version="1.0" encoding="utf-8"?>
<ds:datastoreItem xmlns:ds="http://schemas.openxmlformats.org/officeDocument/2006/customXml" ds:itemID="{0B58AD19-4542-4EA1-9A80-5061D9B879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710a0d-a916-43a9-8a24-1cbe13199583"/>
    <ds:schemaRef ds:uri="17e9a383-b1c7-4c94-a2a2-eacb0c3a46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F9F5DB5-DBA3-4B49-8C3F-2302D5BDAA47}">
  <ds:schemaRefs>
    <ds:schemaRef ds:uri="http://www.datev.de/BSOffice/999929"/>
  </ds:schemaRefs>
</ds:datastoreItem>
</file>

<file path=customXml/itemProps3.xml><?xml version="1.0" encoding="utf-8"?>
<ds:datastoreItem xmlns:ds="http://schemas.openxmlformats.org/officeDocument/2006/customXml" ds:itemID="{FCEBB26B-F637-4A62-898E-1192B7122FF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2B0C713-5CE9-4B7C-8871-D96133782421}">
  <ds:schemaRefs>
    <ds:schemaRef ds:uri="http://schemas.microsoft.com/office/2006/metadata/properties"/>
    <ds:schemaRef ds:uri="http://schemas.microsoft.com/office/infopath/2007/PartnerControls"/>
    <ds:schemaRef ds:uri="29710a0d-a916-43a9-8a24-1cbe13199583"/>
    <ds:schemaRef ds:uri="17e9a383-b1c7-4c94-a2a2-eacb0c3a46c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Breitbild</PresentationFormat>
  <Paragraphs>102</Paragraphs>
  <Slides>29</Slides>
  <Notes>0</Notes>
  <HiddenSlides>1</HiddenSlides>
  <MMClips>1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Roboto</vt:lpstr>
      <vt:lpstr>Office</vt:lpstr>
      <vt:lpstr>Tag 3:Armtätigkeit​ und 3 finger Gripper</vt:lpstr>
      <vt:lpstr>Zeitplan Tag 3</vt:lpstr>
      <vt:lpstr>Tagesziele</vt:lpstr>
      <vt:lpstr>Kartierung und Navigation</vt:lpstr>
      <vt:lpstr>Kartierung und Navigation</vt:lpstr>
      <vt:lpstr>Overview Hand &amp; Armvarianten​</vt:lpstr>
      <vt:lpstr>G1 3 FINGER</vt:lpstr>
      <vt:lpstr>Overview Hand &amp; Armvarianten​</vt:lpstr>
      <vt:lpstr>G1 FÜNF FINGER</vt:lpstr>
      <vt:lpstr>Festprogrammierte Greifaufgabe​</vt:lpstr>
      <vt:lpstr>Grundlagen der Armtätigkeit​</vt:lpstr>
      <vt:lpstr>Grundlagen der Armtätigkeit​</vt:lpstr>
      <vt:lpstr>Fazit</vt:lpstr>
      <vt:lpstr>Grundlagen der Armtätigkeit​</vt:lpstr>
      <vt:lpstr>G1 3-Finger Greifer (Konzept) </vt:lpstr>
      <vt:lpstr>PowerPoint-Präsentation</vt:lpstr>
      <vt:lpstr>Greifprinzip</vt:lpstr>
      <vt:lpstr>Greifarten</vt:lpstr>
      <vt:lpstr>Steuerung des Greifers</vt:lpstr>
      <vt:lpstr>Koordination Arm + Greifer</vt:lpstr>
      <vt:lpstr>Aufgabe: Einfaches Greifen</vt:lpstr>
      <vt:lpstr>Aufgabe: Präzisionsgriff</vt:lpstr>
      <vt:lpstr>Aufgabe: Pick &amp; Place</vt:lpstr>
      <vt:lpstr>Aufgabe: Stabilität testen</vt:lpstr>
      <vt:lpstr>Erweiterte Aufgabe</vt:lpstr>
      <vt:lpstr>Low-Level Control</vt:lpstr>
      <vt:lpstr>Sensor Daten</vt:lpstr>
      <vt:lpstr>Teach &amp; Repeat</vt:lpstr>
      <vt:lpstr>Aufgabe Tag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Stefanie Prochnow</dc:creator>
  <cp:lastModifiedBy>Midhun Eldose</cp:lastModifiedBy>
  <cp:revision>348</cp:revision>
  <dcterms:created xsi:type="dcterms:W3CDTF">2025-02-10T19:27:37Z</dcterms:created>
  <dcterms:modified xsi:type="dcterms:W3CDTF">2026-04-24T17:17:20Z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0x010100844D4F068579074781C47F30C60343D3</vt:lpwstr>
  </property>
  <property fmtid="{D5CDD505-2E9C-101B-9397-08002B2CF9AE}" pid="3" name="MediaServiceImageTags">
    <vt:lpwstr/>
  </property>
</Properties>
</file>