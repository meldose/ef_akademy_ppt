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89"/>
  </p:notesMasterIdLst>
  <p:sldIdLst>
    <p:sldId id="256" r:id="rId6"/>
    <p:sldId id="257" r:id="rId7"/>
    <p:sldId id="259" r:id="rId8"/>
    <p:sldId id="406" r:id="rId9"/>
    <p:sldId id="407" r:id="rId10"/>
    <p:sldId id="258" r:id="rId11"/>
    <p:sldId id="402" r:id="rId12"/>
    <p:sldId id="292" r:id="rId13"/>
    <p:sldId id="387" r:id="rId14"/>
    <p:sldId id="405" r:id="rId15"/>
    <p:sldId id="388" r:id="rId16"/>
    <p:sldId id="389" r:id="rId17"/>
    <p:sldId id="390" r:id="rId18"/>
    <p:sldId id="391" r:id="rId19"/>
    <p:sldId id="392" r:id="rId20"/>
    <p:sldId id="393" r:id="rId21"/>
    <p:sldId id="394" r:id="rId22"/>
    <p:sldId id="395" r:id="rId23"/>
    <p:sldId id="396" r:id="rId24"/>
    <p:sldId id="397" r:id="rId25"/>
    <p:sldId id="398" r:id="rId26"/>
    <p:sldId id="443" r:id="rId27"/>
    <p:sldId id="399" r:id="rId28"/>
    <p:sldId id="442" r:id="rId29"/>
    <p:sldId id="400" r:id="rId30"/>
    <p:sldId id="401" r:id="rId31"/>
    <p:sldId id="404" r:id="rId32"/>
    <p:sldId id="419" r:id="rId33"/>
    <p:sldId id="408" r:id="rId34"/>
    <p:sldId id="409" r:id="rId35"/>
    <p:sldId id="410" r:id="rId36"/>
    <p:sldId id="411" r:id="rId37"/>
    <p:sldId id="441" r:id="rId38"/>
    <p:sldId id="424" r:id="rId39"/>
    <p:sldId id="425" r:id="rId40"/>
    <p:sldId id="444" r:id="rId41"/>
    <p:sldId id="353" r:id="rId42"/>
    <p:sldId id="446" r:id="rId43"/>
    <p:sldId id="375" r:id="rId44"/>
    <p:sldId id="445" r:id="rId45"/>
    <p:sldId id="417" r:id="rId46"/>
    <p:sldId id="447" r:id="rId47"/>
    <p:sldId id="376" r:id="rId48"/>
    <p:sldId id="426" r:id="rId49"/>
    <p:sldId id="412" r:id="rId50"/>
    <p:sldId id="413" r:id="rId51"/>
    <p:sldId id="428" r:id="rId52"/>
    <p:sldId id="414" r:id="rId53"/>
    <p:sldId id="415" r:id="rId54"/>
    <p:sldId id="416" r:id="rId55"/>
    <p:sldId id="418" r:id="rId56"/>
    <p:sldId id="422" r:id="rId57"/>
    <p:sldId id="423" r:id="rId58"/>
    <p:sldId id="430" r:id="rId59"/>
    <p:sldId id="431" r:id="rId60"/>
    <p:sldId id="432" r:id="rId61"/>
    <p:sldId id="433" r:id="rId62"/>
    <p:sldId id="434" r:id="rId63"/>
    <p:sldId id="435" r:id="rId64"/>
    <p:sldId id="436" r:id="rId65"/>
    <p:sldId id="437" r:id="rId66"/>
    <p:sldId id="438" r:id="rId67"/>
    <p:sldId id="439" r:id="rId68"/>
    <p:sldId id="440" r:id="rId69"/>
    <p:sldId id="403" r:id="rId70"/>
    <p:sldId id="357" r:id="rId71"/>
    <p:sldId id="358" r:id="rId72"/>
    <p:sldId id="359" r:id="rId73"/>
    <p:sldId id="360" r:id="rId74"/>
    <p:sldId id="367" r:id="rId75"/>
    <p:sldId id="368" r:id="rId76"/>
    <p:sldId id="369" r:id="rId77"/>
    <p:sldId id="361" r:id="rId78"/>
    <p:sldId id="362" r:id="rId79"/>
    <p:sldId id="363" r:id="rId80"/>
    <p:sldId id="364" r:id="rId81"/>
    <p:sldId id="372" r:id="rId82"/>
    <p:sldId id="373" r:id="rId83"/>
    <p:sldId id="374" r:id="rId84"/>
    <p:sldId id="365" r:id="rId85"/>
    <p:sldId id="366" r:id="rId86"/>
    <p:sldId id="371" r:id="rId87"/>
    <p:sldId id="370" r:id="rId8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1A62"/>
    <a:srgbClr val="FA1960"/>
    <a:srgbClr val="FFFFFF"/>
    <a:srgbClr val="1D1E1F"/>
    <a:srgbClr val="282A2E"/>
    <a:srgbClr val="D90962"/>
    <a:srgbClr val="363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E72074-9B08-4AAB-B247-A2CFF74FACBD}" v="56" dt="2026-06-18T09:21:40.2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1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93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theme" Target="theme/theme1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dhun Eldose" userId="276e0ff496d1bc83" providerId="LiveId" clId="{EBE7DE87-C041-44F4-B6B2-379359185045}"/>
    <pc:docChg chg="undo custSel addSld delSld modSld sldOrd">
      <pc:chgData name="Midhun Eldose" userId="276e0ff496d1bc83" providerId="LiveId" clId="{EBE7DE87-C041-44F4-B6B2-379359185045}" dt="2026-06-18T09:49:47.551" v="3140" actId="20577"/>
      <pc:docMkLst>
        <pc:docMk/>
      </pc:docMkLst>
      <pc:sldChg chg="modSp mod">
        <pc:chgData name="Midhun Eldose" userId="276e0ff496d1bc83" providerId="LiveId" clId="{EBE7DE87-C041-44F4-B6B2-379359185045}" dt="2026-06-17T16:19:29.968" v="1738" actId="20577"/>
        <pc:sldMkLst>
          <pc:docMk/>
          <pc:sldMk cId="0" sldId="256"/>
        </pc:sldMkLst>
        <pc:spChg chg="mod">
          <ac:chgData name="Midhun Eldose" userId="276e0ff496d1bc83" providerId="LiveId" clId="{EBE7DE87-C041-44F4-B6B2-379359185045}" dt="2026-06-17T16:19:29.968" v="1738" actId="20577"/>
          <ac:spMkLst>
            <pc:docMk/>
            <pc:sldMk cId="0" sldId="256"/>
            <ac:spMk id="4" creationId="{50B6AC92-74F4-421E-6F1E-5B8DBB91F746}"/>
          </ac:spMkLst>
        </pc:spChg>
      </pc:sldChg>
      <pc:sldChg chg="addSp delSp modSp mod">
        <pc:chgData name="Midhun Eldose" userId="276e0ff496d1bc83" providerId="LiveId" clId="{EBE7DE87-C041-44F4-B6B2-379359185045}" dt="2026-06-18T06:34:55.873" v="3051" actId="20577"/>
        <pc:sldMkLst>
          <pc:docMk/>
          <pc:sldMk cId="0" sldId="257"/>
        </pc:sldMkLst>
        <pc:graphicFrameChg chg="add mod modGraphic">
          <ac:chgData name="Midhun Eldose" userId="276e0ff496d1bc83" providerId="LiveId" clId="{EBE7DE87-C041-44F4-B6B2-379359185045}" dt="2026-06-18T06:34:55.873" v="3051" actId="20577"/>
          <ac:graphicFrameMkLst>
            <pc:docMk/>
            <pc:sldMk cId="0" sldId="257"/>
            <ac:graphicFrameMk id="8" creationId="{E62D717B-E1D6-246D-2B56-E847A79CE43A}"/>
          </ac:graphicFrameMkLst>
        </pc:graphicFrameChg>
      </pc:sldChg>
      <pc:sldChg chg="modSp mod ord">
        <pc:chgData name="Midhun Eldose" userId="276e0ff496d1bc83" providerId="LiveId" clId="{EBE7DE87-C041-44F4-B6B2-379359185045}" dt="2026-06-17T16:16:39.678" v="1648"/>
        <pc:sldMkLst>
          <pc:docMk/>
          <pc:sldMk cId="0" sldId="258"/>
        </pc:sldMkLst>
        <pc:spChg chg="mod">
          <ac:chgData name="Midhun Eldose" userId="276e0ff496d1bc83" providerId="LiveId" clId="{EBE7DE87-C041-44F4-B6B2-379359185045}" dt="2026-06-17T16:16:05.781" v="1644" actId="313"/>
          <ac:spMkLst>
            <pc:docMk/>
            <pc:sldMk cId="0" sldId="258"/>
            <ac:spMk id="3" creationId="{00000000-0000-0000-0000-000000000000}"/>
          </ac:spMkLst>
        </pc:spChg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1026716892" sldId="292"/>
        </pc:sldMkLst>
      </pc:sldChg>
      <pc:sldChg chg="addSp delSp modSp add mod">
        <pc:chgData name="Midhun Eldose" userId="276e0ff496d1bc83" providerId="LiveId" clId="{EBE7DE87-C041-44F4-B6B2-379359185045}" dt="2026-06-18T05:44:21.918" v="2521" actId="113"/>
        <pc:sldMkLst>
          <pc:docMk/>
          <pc:sldMk cId="1900350047" sldId="353"/>
        </pc:sldMkLst>
        <pc:spChg chg="add mod">
          <ac:chgData name="Midhun Eldose" userId="276e0ff496d1bc83" providerId="LiveId" clId="{EBE7DE87-C041-44F4-B6B2-379359185045}" dt="2026-06-18T05:44:21.918" v="2521" actId="113"/>
          <ac:spMkLst>
            <pc:docMk/>
            <pc:sldMk cId="1900350047" sldId="353"/>
            <ac:spMk id="2" creationId="{ED11E593-8CAF-25D0-6235-BDBA9D494C23}"/>
          </ac:spMkLst>
        </pc:spChg>
        <pc:spChg chg="del">
          <ac:chgData name="Midhun Eldose" userId="276e0ff496d1bc83" providerId="LiveId" clId="{EBE7DE87-C041-44F4-B6B2-379359185045}" dt="2026-06-18T05:38:15.534" v="2284" actId="478"/>
          <ac:spMkLst>
            <pc:docMk/>
            <pc:sldMk cId="1900350047" sldId="353"/>
            <ac:spMk id="10" creationId="{3E24CDC1-BE42-6D54-B7EB-1FE428BB140C}"/>
          </ac:spMkLst>
        </pc:spChg>
        <pc:spChg chg="mod">
          <ac:chgData name="Midhun Eldose" userId="276e0ff496d1bc83" providerId="LiveId" clId="{EBE7DE87-C041-44F4-B6B2-379359185045}" dt="2026-06-18T05:38:30.953" v="2308" actId="20577"/>
          <ac:spMkLst>
            <pc:docMk/>
            <pc:sldMk cId="1900350047" sldId="353"/>
            <ac:spMk id="11" creationId="{15338D66-2E1F-C81C-4EFA-ADAFFA0FF46F}"/>
          </ac:spMkLst>
        </pc:spChg>
        <pc:picChg chg="mod">
          <ac:chgData name="Midhun Eldose" userId="276e0ff496d1bc83" providerId="LiveId" clId="{EBE7DE87-C041-44F4-B6B2-379359185045}" dt="2026-06-18T05:38:41.825" v="2312" actId="1076"/>
          <ac:picMkLst>
            <pc:docMk/>
            <pc:sldMk cId="1900350047" sldId="353"/>
            <ac:picMk id="1028" creationId="{299991A8-F9B5-C0D3-3E60-460C69FC564F}"/>
          </ac:picMkLst>
        </pc:picChg>
        <pc:picChg chg="mod">
          <ac:chgData name="Midhun Eldose" userId="276e0ff496d1bc83" providerId="LiveId" clId="{EBE7DE87-C041-44F4-B6B2-379359185045}" dt="2026-06-18T05:38:44.888" v="2313" actId="1076"/>
          <ac:picMkLst>
            <pc:docMk/>
            <pc:sldMk cId="1900350047" sldId="353"/>
            <ac:picMk id="1030" creationId="{03A24971-573F-EB5A-23C5-3D6A6CAC3364}"/>
          </ac:picMkLst>
        </pc:picChg>
      </pc:sldChg>
      <pc:sldChg chg="add mod modShow">
        <pc:chgData name="Midhun Eldose" userId="276e0ff496d1bc83" providerId="LiveId" clId="{EBE7DE87-C041-44F4-B6B2-379359185045}" dt="2026-06-17T16:52:58.587" v="1905" actId="729"/>
        <pc:sldMkLst>
          <pc:docMk/>
          <pc:sldMk cId="1509335823" sldId="357"/>
        </pc:sldMkLst>
      </pc:sldChg>
      <pc:sldChg chg="add mod modShow">
        <pc:chgData name="Midhun Eldose" userId="276e0ff496d1bc83" providerId="LiveId" clId="{EBE7DE87-C041-44F4-B6B2-379359185045}" dt="2026-06-17T16:52:58.587" v="1905" actId="729"/>
        <pc:sldMkLst>
          <pc:docMk/>
          <pc:sldMk cId="2103941217" sldId="358"/>
        </pc:sldMkLst>
      </pc:sldChg>
      <pc:sldChg chg="add mod modShow">
        <pc:chgData name="Midhun Eldose" userId="276e0ff496d1bc83" providerId="LiveId" clId="{EBE7DE87-C041-44F4-B6B2-379359185045}" dt="2026-06-17T16:52:58.587" v="1905" actId="729"/>
        <pc:sldMkLst>
          <pc:docMk/>
          <pc:sldMk cId="2640060205" sldId="359"/>
        </pc:sldMkLst>
      </pc:sldChg>
      <pc:sldChg chg="add mod modShow">
        <pc:chgData name="Midhun Eldose" userId="276e0ff496d1bc83" providerId="LiveId" clId="{EBE7DE87-C041-44F4-B6B2-379359185045}" dt="2026-06-17T16:52:58.587" v="1905" actId="729"/>
        <pc:sldMkLst>
          <pc:docMk/>
          <pc:sldMk cId="1151622360" sldId="360"/>
        </pc:sldMkLst>
      </pc:sldChg>
      <pc:sldChg chg="add mod modShow">
        <pc:chgData name="Midhun Eldose" userId="276e0ff496d1bc83" providerId="LiveId" clId="{EBE7DE87-C041-44F4-B6B2-379359185045}" dt="2026-06-17T16:52:58.587" v="1905" actId="729"/>
        <pc:sldMkLst>
          <pc:docMk/>
          <pc:sldMk cId="2984188802" sldId="361"/>
        </pc:sldMkLst>
      </pc:sldChg>
      <pc:sldChg chg="add mod modShow">
        <pc:chgData name="Midhun Eldose" userId="276e0ff496d1bc83" providerId="LiveId" clId="{EBE7DE87-C041-44F4-B6B2-379359185045}" dt="2026-06-17T16:52:58.587" v="1905" actId="729"/>
        <pc:sldMkLst>
          <pc:docMk/>
          <pc:sldMk cId="3136318447" sldId="362"/>
        </pc:sldMkLst>
      </pc:sldChg>
      <pc:sldChg chg="delSp add mod setBg delDesignElem modShow">
        <pc:chgData name="Midhun Eldose" userId="276e0ff496d1bc83" providerId="LiveId" clId="{EBE7DE87-C041-44F4-B6B2-379359185045}" dt="2026-06-17T16:52:58.587" v="1905" actId="729"/>
        <pc:sldMkLst>
          <pc:docMk/>
          <pc:sldMk cId="3077929006" sldId="363"/>
        </pc:sldMkLst>
        <pc:spChg chg="del">
          <ac:chgData name="Midhun Eldose" userId="276e0ff496d1bc83" providerId="LiveId" clId="{EBE7DE87-C041-44F4-B6B2-379359185045}" dt="2026-06-17T16:52:51.659" v="1904"/>
          <ac:spMkLst>
            <pc:docMk/>
            <pc:sldMk cId="3077929006" sldId="363"/>
            <ac:spMk id="11" creationId="{42A4FC2C-047E-45A5-965D-8E1E3BF09BC6}"/>
          </ac:spMkLst>
        </pc:spChg>
      </pc:sldChg>
      <pc:sldChg chg="add mod modShow">
        <pc:chgData name="Midhun Eldose" userId="276e0ff496d1bc83" providerId="LiveId" clId="{EBE7DE87-C041-44F4-B6B2-379359185045}" dt="2026-06-17T16:52:58.587" v="1905" actId="729"/>
        <pc:sldMkLst>
          <pc:docMk/>
          <pc:sldMk cId="42262097" sldId="364"/>
        </pc:sldMkLst>
      </pc:sldChg>
      <pc:sldChg chg="add mod modShow">
        <pc:chgData name="Midhun Eldose" userId="276e0ff496d1bc83" providerId="LiveId" clId="{EBE7DE87-C041-44F4-B6B2-379359185045}" dt="2026-06-17T16:52:58.587" v="1905" actId="729"/>
        <pc:sldMkLst>
          <pc:docMk/>
          <pc:sldMk cId="2968983086" sldId="365"/>
        </pc:sldMkLst>
      </pc:sldChg>
      <pc:sldChg chg="add mod modShow">
        <pc:chgData name="Midhun Eldose" userId="276e0ff496d1bc83" providerId="LiveId" clId="{EBE7DE87-C041-44F4-B6B2-379359185045}" dt="2026-06-17T16:52:58.587" v="1905" actId="729"/>
        <pc:sldMkLst>
          <pc:docMk/>
          <pc:sldMk cId="2035938778" sldId="366"/>
        </pc:sldMkLst>
      </pc:sldChg>
      <pc:sldChg chg="add mod modShow">
        <pc:chgData name="Midhun Eldose" userId="276e0ff496d1bc83" providerId="LiveId" clId="{EBE7DE87-C041-44F4-B6B2-379359185045}" dt="2026-06-17T16:52:58.587" v="1905" actId="729"/>
        <pc:sldMkLst>
          <pc:docMk/>
          <pc:sldMk cId="2781214626" sldId="367"/>
        </pc:sldMkLst>
      </pc:sldChg>
      <pc:sldChg chg="add mod modShow">
        <pc:chgData name="Midhun Eldose" userId="276e0ff496d1bc83" providerId="LiveId" clId="{EBE7DE87-C041-44F4-B6B2-379359185045}" dt="2026-06-17T16:52:58.587" v="1905" actId="729"/>
        <pc:sldMkLst>
          <pc:docMk/>
          <pc:sldMk cId="57475318" sldId="368"/>
        </pc:sldMkLst>
      </pc:sldChg>
      <pc:sldChg chg="add mod modShow">
        <pc:chgData name="Midhun Eldose" userId="276e0ff496d1bc83" providerId="LiveId" clId="{EBE7DE87-C041-44F4-B6B2-379359185045}" dt="2026-06-17T16:52:58.587" v="1905" actId="729"/>
        <pc:sldMkLst>
          <pc:docMk/>
          <pc:sldMk cId="69675140" sldId="369"/>
        </pc:sldMkLst>
      </pc:sldChg>
      <pc:sldChg chg="add del mod modShow">
        <pc:chgData name="Midhun Eldose" userId="276e0ff496d1bc83" providerId="LiveId" clId="{EBE7DE87-C041-44F4-B6B2-379359185045}" dt="2026-06-17T16:52:58.587" v="1905" actId="729"/>
        <pc:sldMkLst>
          <pc:docMk/>
          <pc:sldMk cId="3462373628" sldId="370"/>
        </pc:sldMkLst>
      </pc:sldChg>
      <pc:sldChg chg="delSp add mod setBg delDesignElem modShow">
        <pc:chgData name="Midhun Eldose" userId="276e0ff496d1bc83" providerId="LiveId" clId="{EBE7DE87-C041-44F4-B6B2-379359185045}" dt="2026-06-17T16:52:58.587" v="1905" actId="729"/>
        <pc:sldMkLst>
          <pc:docMk/>
          <pc:sldMk cId="264110341" sldId="371"/>
        </pc:sldMkLst>
        <pc:spChg chg="del">
          <ac:chgData name="Midhun Eldose" userId="276e0ff496d1bc83" providerId="LiveId" clId="{EBE7DE87-C041-44F4-B6B2-379359185045}" dt="2026-06-17T16:52:51.659" v="1904"/>
          <ac:spMkLst>
            <pc:docMk/>
            <pc:sldMk cId="264110341" sldId="371"/>
            <ac:spMk id="11" creationId="{42A4FC2C-047E-45A5-965D-8E1E3BF09BC6}"/>
          </ac:spMkLst>
        </pc:spChg>
      </pc:sldChg>
      <pc:sldChg chg="add mod modShow">
        <pc:chgData name="Midhun Eldose" userId="276e0ff496d1bc83" providerId="LiveId" clId="{EBE7DE87-C041-44F4-B6B2-379359185045}" dt="2026-06-17T16:52:58.587" v="1905" actId="729"/>
        <pc:sldMkLst>
          <pc:docMk/>
          <pc:sldMk cId="4092197975" sldId="372"/>
        </pc:sldMkLst>
      </pc:sldChg>
      <pc:sldChg chg="add mod modShow">
        <pc:chgData name="Midhun Eldose" userId="276e0ff496d1bc83" providerId="LiveId" clId="{EBE7DE87-C041-44F4-B6B2-379359185045}" dt="2026-06-17T16:52:58.587" v="1905" actId="729"/>
        <pc:sldMkLst>
          <pc:docMk/>
          <pc:sldMk cId="507193466" sldId="373"/>
        </pc:sldMkLst>
      </pc:sldChg>
      <pc:sldChg chg="add mod modShow">
        <pc:chgData name="Midhun Eldose" userId="276e0ff496d1bc83" providerId="LiveId" clId="{EBE7DE87-C041-44F4-B6B2-379359185045}" dt="2026-06-17T16:52:58.587" v="1905" actId="729"/>
        <pc:sldMkLst>
          <pc:docMk/>
          <pc:sldMk cId="159984361" sldId="374"/>
        </pc:sldMkLst>
      </pc:sldChg>
      <pc:sldChg chg="add mod modShow">
        <pc:chgData name="Midhun Eldose" userId="276e0ff496d1bc83" providerId="LiveId" clId="{EBE7DE87-C041-44F4-B6B2-379359185045}" dt="2026-06-18T05:34:18.483" v="2279" actId="729"/>
        <pc:sldMkLst>
          <pc:docMk/>
          <pc:sldMk cId="2776704192" sldId="375"/>
        </pc:sldMkLst>
      </pc:sldChg>
      <pc:sldChg chg="addSp delSp modSp add mod modShow">
        <pc:chgData name="Midhun Eldose" userId="276e0ff496d1bc83" providerId="LiveId" clId="{EBE7DE87-C041-44F4-B6B2-379359185045}" dt="2026-06-18T05:40:43.863" v="2368" actId="729"/>
        <pc:sldMkLst>
          <pc:docMk/>
          <pc:sldMk cId="3584530094" sldId="376"/>
        </pc:sldMkLst>
        <pc:spChg chg="del">
          <ac:chgData name="Midhun Eldose" userId="276e0ff496d1bc83" providerId="LiveId" clId="{EBE7DE87-C041-44F4-B6B2-379359185045}" dt="2026-06-17T16:17:15.749" v="1649"/>
          <ac:spMkLst>
            <pc:docMk/>
            <pc:sldMk cId="3584530094" sldId="376"/>
            <ac:spMk id="4" creationId="{1C21F5F0-E6E5-00F8-E79F-A21B10496FD0}"/>
          </ac:spMkLst>
        </pc:spChg>
        <pc:picChg chg="add mod">
          <ac:chgData name="Midhun Eldose" userId="276e0ff496d1bc83" providerId="LiveId" clId="{EBE7DE87-C041-44F4-B6B2-379359185045}" dt="2026-06-17T16:17:15.749" v="1649"/>
          <ac:picMkLst>
            <pc:docMk/>
            <pc:sldMk cId="3584530094" sldId="376"/>
            <ac:picMk id="5" creationId="{AFF55447-B16C-1FD8-E800-DE1BA4DE8B70}"/>
          </ac:picMkLst>
        </pc:picChg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3890829324" sldId="387"/>
        </pc:sldMkLst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1591002060" sldId="388"/>
        </pc:sldMkLst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2047948831" sldId="389"/>
        </pc:sldMkLst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3378384964" sldId="390"/>
        </pc:sldMkLst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2901172412" sldId="391"/>
        </pc:sldMkLst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870437654" sldId="392"/>
        </pc:sldMkLst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36577827" sldId="393"/>
        </pc:sldMkLst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278194591" sldId="394"/>
        </pc:sldMkLst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1035943617" sldId="395"/>
        </pc:sldMkLst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3941892543" sldId="396"/>
        </pc:sldMkLst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2477466348" sldId="397"/>
        </pc:sldMkLst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2347373652" sldId="398"/>
        </pc:sldMkLst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3348803001" sldId="399"/>
        </pc:sldMkLst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3548022938" sldId="400"/>
        </pc:sldMkLst>
      </pc:sldChg>
      <pc:sldChg chg="add">
        <pc:chgData name="Midhun Eldose" userId="276e0ff496d1bc83" providerId="LiveId" clId="{EBE7DE87-C041-44F4-B6B2-379359185045}" dt="2026-06-17T16:09:29.814" v="1535"/>
        <pc:sldMkLst>
          <pc:docMk/>
          <pc:sldMk cId="2147567344" sldId="401"/>
        </pc:sldMkLst>
      </pc:sldChg>
      <pc:sldChg chg="addSp modSp add mod ord">
        <pc:chgData name="Midhun Eldose" userId="276e0ff496d1bc83" providerId="LiveId" clId="{EBE7DE87-C041-44F4-B6B2-379359185045}" dt="2026-06-18T05:14:52.405" v="2011" actId="20577"/>
        <pc:sldMkLst>
          <pc:docMk/>
          <pc:sldMk cId="1542009092" sldId="402"/>
        </pc:sldMkLst>
        <pc:spChg chg="mod">
          <ac:chgData name="Midhun Eldose" userId="276e0ff496d1bc83" providerId="LiveId" clId="{EBE7DE87-C041-44F4-B6B2-379359185045}" dt="2026-06-18T05:14:52.405" v="2011" actId="20577"/>
          <ac:spMkLst>
            <pc:docMk/>
            <pc:sldMk cId="1542009092" sldId="402"/>
            <ac:spMk id="2" creationId="{0C36287A-C1DC-F620-71B2-BAD656F4CB0E}"/>
          </ac:spMkLst>
        </pc:spChg>
        <pc:spChg chg="mod">
          <ac:chgData name="Midhun Eldose" userId="276e0ff496d1bc83" providerId="LiveId" clId="{EBE7DE87-C041-44F4-B6B2-379359185045}" dt="2026-06-18T05:07:41.021" v="1924"/>
          <ac:spMkLst>
            <pc:docMk/>
            <pc:sldMk cId="1542009092" sldId="402"/>
            <ac:spMk id="3" creationId="{40055625-9399-D890-6324-575A504DA009}"/>
          </ac:spMkLst>
        </pc:spChg>
        <pc:picChg chg="add mod">
          <ac:chgData name="Midhun Eldose" userId="276e0ff496d1bc83" providerId="LiveId" clId="{EBE7DE87-C041-44F4-B6B2-379359185045}" dt="2026-06-17T16:17:47.851" v="1650"/>
          <ac:picMkLst>
            <pc:docMk/>
            <pc:sldMk cId="1542009092" sldId="402"/>
            <ac:picMk id="4" creationId="{3197F985-AECD-307A-62C4-0200CA6AF0CF}"/>
          </ac:picMkLst>
        </pc:picChg>
      </pc:sldChg>
      <pc:sldChg chg="add mod modShow">
        <pc:chgData name="Midhun Eldose" userId="276e0ff496d1bc83" providerId="LiveId" clId="{EBE7DE87-C041-44F4-B6B2-379359185045}" dt="2026-06-17T16:51:45.726" v="1901" actId="729"/>
        <pc:sldMkLst>
          <pc:docMk/>
          <pc:sldMk cId="3402225388" sldId="403"/>
        </pc:sldMkLst>
      </pc:sldChg>
      <pc:sldChg chg="addSp modSp add">
        <pc:chgData name="Midhun Eldose" userId="276e0ff496d1bc83" providerId="LiveId" clId="{EBE7DE87-C041-44F4-B6B2-379359185045}" dt="2026-06-17T16:18:01.001" v="1651"/>
        <pc:sldMkLst>
          <pc:docMk/>
          <pc:sldMk cId="1633994185" sldId="404"/>
        </pc:sldMkLst>
        <pc:picChg chg="add mod">
          <ac:chgData name="Midhun Eldose" userId="276e0ff496d1bc83" providerId="LiveId" clId="{EBE7DE87-C041-44F4-B6B2-379359185045}" dt="2026-06-17T16:18:01.001" v="1651"/>
          <ac:picMkLst>
            <pc:docMk/>
            <pc:sldMk cId="1633994185" sldId="404"/>
            <ac:picMk id="2" creationId="{F55001C2-96C7-9798-CAE2-900EDBFEC0E8}"/>
          </ac:picMkLst>
        </pc:picChg>
      </pc:sldChg>
      <pc:sldChg chg="add setBg">
        <pc:chgData name="Midhun Eldose" userId="276e0ff496d1bc83" providerId="LiveId" clId="{EBE7DE87-C041-44F4-B6B2-379359185045}" dt="2026-06-17T16:09:29.814" v="1535"/>
        <pc:sldMkLst>
          <pc:docMk/>
          <pc:sldMk cId="1313013287" sldId="405"/>
        </pc:sldMkLst>
      </pc:sldChg>
      <pc:sldChg chg="modSp mod">
        <pc:chgData name="Midhun Eldose" userId="276e0ff496d1bc83" providerId="LiveId" clId="{EBE7DE87-C041-44F4-B6B2-379359185045}" dt="2026-06-17T16:24:39.983" v="1762" actId="313"/>
        <pc:sldMkLst>
          <pc:docMk/>
          <pc:sldMk cId="2709000433" sldId="406"/>
        </pc:sldMkLst>
        <pc:spChg chg="mod">
          <ac:chgData name="Midhun Eldose" userId="276e0ff496d1bc83" providerId="LiveId" clId="{EBE7DE87-C041-44F4-B6B2-379359185045}" dt="2026-06-17T16:24:39.983" v="1762" actId="313"/>
          <ac:spMkLst>
            <pc:docMk/>
            <pc:sldMk cId="2709000433" sldId="406"/>
            <ac:spMk id="3" creationId="{C8223CC7-4B2F-9536-63EB-D6C907B5CC7A}"/>
          </ac:spMkLst>
        </pc:spChg>
      </pc:sldChg>
      <pc:sldChg chg="del">
        <pc:chgData name="Midhun Eldose" userId="276e0ff496d1bc83" providerId="LiveId" clId="{EBE7DE87-C041-44F4-B6B2-379359185045}" dt="2026-06-17T16:10:17.797" v="1563" actId="2696"/>
        <pc:sldMkLst>
          <pc:docMk/>
          <pc:sldMk cId="0" sldId="408"/>
        </pc:sldMkLst>
      </pc:sldChg>
      <pc:sldChg chg="add">
        <pc:chgData name="Midhun Eldose" userId="276e0ff496d1bc83" providerId="LiveId" clId="{EBE7DE87-C041-44F4-B6B2-379359185045}" dt="2026-06-17T16:10:28.003" v="1565"/>
        <pc:sldMkLst>
          <pc:docMk/>
          <pc:sldMk cId="915647932" sldId="408"/>
        </pc:sldMkLst>
      </pc:sldChg>
      <pc:sldChg chg="del">
        <pc:chgData name="Midhun Eldose" userId="276e0ff496d1bc83" providerId="LiveId" clId="{EBE7DE87-C041-44F4-B6B2-379359185045}" dt="2026-06-17T16:10:17.797" v="1563" actId="2696"/>
        <pc:sldMkLst>
          <pc:docMk/>
          <pc:sldMk cId="0" sldId="409"/>
        </pc:sldMkLst>
      </pc:sldChg>
      <pc:sldChg chg="add">
        <pc:chgData name="Midhun Eldose" userId="276e0ff496d1bc83" providerId="LiveId" clId="{EBE7DE87-C041-44F4-B6B2-379359185045}" dt="2026-06-17T16:10:28.003" v="1565"/>
        <pc:sldMkLst>
          <pc:docMk/>
          <pc:sldMk cId="1622741817" sldId="409"/>
        </pc:sldMkLst>
      </pc:sldChg>
      <pc:sldChg chg="del">
        <pc:chgData name="Midhun Eldose" userId="276e0ff496d1bc83" providerId="LiveId" clId="{EBE7DE87-C041-44F4-B6B2-379359185045}" dt="2026-06-17T16:10:17.797" v="1563" actId="2696"/>
        <pc:sldMkLst>
          <pc:docMk/>
          <pc:sldMk cId="0" sldId="410"/>
        </pc:sldMkLst>
      </pc:sldChg>
      <pc:sldChg chg="add">
        <pc:chgData name="Midhun Eldose" userId="276e0ff496d1bc83" providerId="LiveId" clId="{EBE7DE87-C041-44F4-B6B2-379359185045}" dt="2026-06-17T16:10:28.003" v="1565"/>
        <pc:sldMkLst>
          <pc:docMk/>
          <pc:sldMk cId="155197624" sldId="410"/>
        </pc:sldMkLst>
      </pc:sldChg>
      <pc:sldChg chg="del">
        <pc:chgData name="Midhun Eldose" userId="276e0ff496d1bc83" providerId="LiveId" clId="{EBE7DE87-C041-44F4-B6B2-379359185045}" dt="2026-06-17T16:10:17.797" v="1563" actId="2696"/>
        <pc:sldMkLst>
          <pc:docMk/>
          <pc:sldMk cId="0" sldId="411"/>
        </pc:sldMkLst>
      </pc:sldChg>
      <pc:sldChg chg="add">
        <pc:chgData name="Midhun Eldose" userId="276e0ff496d1bc83" providerId="LiveId" clId="{EBE7DE87-C041-44F4-B6B2-379359185045}" dt="2026-06-17T16:10:28.003" v="1565"/>
        <pc:sldMkLst>
          <pc:docMk/>
          <pc:sldMk cId="2749878019" sldId="411"/>
        </pc:sldMkLst>
      </pc:sldChg>
      <pc:sldChg chg="mod modShow">
        <pc:chgData name="Midhun Eldose" userId="276e0ff496d1bc83" providerId="LiveId" clId="{EBE7DE87-C041-44F4-B6B2-379359185045}" dt="2026-06-18T05:40:55.556" v="2370" actId="729"/>
        <pc:sldMkLst>
          <pc:docMk/>
          <pc:sldMk cId="0" sldId="412"/>
        </pc:sldMkLst>
      </pc:sldChg>
      <pc:sldChg chg="mod modShow">
        <pc:chgData name="Midhun Eldose" userId="276e0ff496d1bc83" providerId="LiveId" clId="{EBE7DE87-C041-44F4-B6B2-379359185045}" dt="2026-06-18T05:41:01.965" v="2371" actId="729"/>
        <pc:sldMkLst>
          <pc:docMk/>
          <pc:sldMk cId="0" sldId="413"/>
        </pc:sldMkLst>
      </pc:sldChg>
      <pc:sldChg chg="modSp mod modShow">
        <pc:chgData name="Midhun Eldose" userId="276e0ff496d1bc83" providerId="LiveId" clId="{EBE7DE87-C041-44F4-B6B2-379359185045}" dt="2026-06-18T05:41:17.393" v="2373" actId="729"/>
        <pc:sldMkLst>
          <pc:docMk/>
          <pc:sldMk cId="0" sldId="414"/>
        </pc:sldMkLst>
        <pc:spChg chg="mod">
          <ac:chgData name="Midhun Eldose" userId="276e0ff496d1bc83" providerId="LiveId" clId="{EBE7DE87-C041-44F4-B6B2-379359185045}" dt="2026-06-04T14:00:37.551" v="1527" actId="20577"/>
          <ac:spMkLst>
            <pc:docMk/>
            <pc:sldMk cId="0" sldId="414"/>
            <ac:spMk id="2" creationId="{00000000-0000-0000-0000-000000000000}"/>
          </ac:spMkLst>
        </pc:spChg>
      </pc:sldChg>
      <pc:sldChg chg="mod modShow">
        <pc:chgData name="Midhun Eldose" userId="276e0ff496d1bc83" providerId="LiveId" clId="{EBE7DE87-C041-44F4-B6B2-379359185045}" dt="2026-06-18T05:41:26.167" v="2374" actId="729"/>
        <pc:sldMkLst>
          <pc:docMk/>
          <pc:sldMk cId="0" sldId="415"/>
        </pc:sldMkLst>
      </pc:sldChg>
      <pc:sldChg chg="mod modShow">
        <pc:chgData name="Midhun Eldose" userId="276e0ff496d1bc83" providerId="LiveId" clId="{EBE7DE87-C041-44F4-B6B2-379359185045}" dt="2026-06-18T05:42:05.239" v="2377" actId="729"/>
        <pc:sldMkLst>
          <pc:docMk/>
          <pc:sldMk cId="0" sldId="416"/>
        </pc:sldMkLst>
      </pc:sldChg>
      <pc:sldChg chg="ord">
        <pc:chgData name="Midhun Eldose" userId="276e0ff496d1bc83" providerId="LiveId" clId="{EBE7DE87-C041-44F4-B6B2-379359185045}" dt="2026-06-18T05:41:50.767" v="2376"/>
        <pc:sldMkLst>
          <pc:docMk/>
          <pc:sldMk cId="0" sldId="417"/>
        </pc:sldMkLst>
      </pc:sldChg>
      <pc:sldChg chg="del">
        <pc:chgData name="Midhun Eldose" userId="276e0ff496d1bc83" providerId="LiveId" clId="{EBE7DE87-C041-44F4-B6B2-379359185045}" dt="2026-06-17T16:10:41.585" v="1567" actId="2696"/>
        <pc:sldMkLst>
          <pc:docMk/>
          <pc:sldMk cId="1201643749" sldId="419"/>
        </pc:sldMkLst>
      </pc:sldChg>
      <pc:sldChg chg="modSp add mod">
        <pc:chgData name="Midhun Eldose" userId="276e0ff496d1bc83" providerId="LiveId" clId="{EBE7DE87-C041-44F4-B6B2-379359185045}" dt="2026-06-17T16:48:10.558" v="1846"/>
        <pc:sldMkLst>
          <pc:docMk/>
          <pc:sldMk cId="3260926554" sldId="419"/>
        </pc:sldMkLst>
        <pc:spChg chg="mod">
          <ac:chgData name="Midhun Eldose" userId="276e0ff496d1bc83" providerId="LiveId" clId="{EBE7DE87-C041-44F4-B6B2-379359185045}" dt="2026-06-17T16:48:10.558" v="1846"/>
          <ac:spMkLst>
            <pc:docMk/>
            <pc:sldMk cId="3260926554" sldId="419"/>
            <ac:spMk id="3" creationId="{104AB7BC-5542-7E98-A41E-84FE1DB821E7}"/>
          </ac:spMkLst>
        </pc:spChg>
      </pc:sldChg>
      <pc:sldChg chg="del">
        <pc:chgData name="Midhun Eldose" userId="276e0ff496d1bc83" providerId="LiveId" clId="{EBE7DE87-C041-44F4-B6B2-379359185045}" dt="2026-06-17T16:14:26.196" v="1591" actId="2696"/>
        <pc:sldMkLst>
          <pc:docMk/>
          <pc:sldMk cId="0" sldId="420"/>
        </pc:sldMkLst>
      </pc:sldChg>
      <pc:sldChg chg="del">
        <pc:chgData name="Midhun Eldose" userId="276e0ff496d1bc83" providerId="LiveId" clId="{EBE7DE87-C041-44F4-B6B2-379359185045}" dt="2026-06-17T16:14:29.215" v="1592" actId="2696"/>
        <pc:sldMkLst>
          <pc:docMk/>
          <pc:sldMk cId="0" sldId="421"/>
        </pc:sldMkLst>
      </pc:sldChg>
      <pc:sldChg chg="mod modShow">
        <pc:chgData name="Midhun Eldose" userId="276e0ff496d1bc83" providerId="LiveId" clId="{EBE7DE87-C041-44F4-B6B2-379359185045}" dt="2026-06-18T05:42:34.248" v="2378" actId="729"/>
        <pc:sldMkLst>
          <pc:docMk/>
          <pc:sldMk cId="0" sldId="422"/>
        </pc:sldMkLst>
      </pc:sldChg>
      <pc:sldChg chg="modSp mod modShow">
        <pc:chgData name="Midhun Eldose" userId="276e0ff496d1bc83" providerId="LiveId" clId="{EBE7DE87-C041-44F4-B6B2-379359185045}" dt="2026-06-18T05:42:34.248" v="2378" actId="729"/>
        <pc:sldMkLst>
          <pc:docMk/>
          <pc:sldMk cId="0" sldId="423"/>
        </pc:sldMkLst>
        <pc:spChg chg="mod">
          <ac:chgData name="Midhun Eldose" userId="276e0ff496d1bc83" providerId="LiveId" clId="{EBE7DE87-C041-44F4-B6B2-379359185045}" dt="2026-06-17T16:14:44.505" v="1593" actId="207"/>
          <ac:spMkLst>
            <pc:docMk/>
            <pc:sldMk cId="0" sldId="423"/>
            <ac:spMk id="2" creationId="{00000000-0000-0000-0000-000000000000}"/>
          </ac:spMkLst>
        </pc:spChg>
      </pc:sldChg>
      <pc:sldChg chg="addSp delSp modSp new mod">
        <pc:chgData name="Midhun Eldose" userId="276e0ff496d1bc83" providerId="LiveId" clId="{EBE7DE87-C041-44F4-B6B2-379359185045}" dt="2026-06-18T05:30:08.269" v="2060" actId="20577"/>
        <pc:sldMkLst>
          <pc:docMk/>
          <pc:sldMk cId="1319507648" sldId="424"/>
        </pc:sldMkLst>
        <pc:spChg chg="mod">
          <ac:chgData name="Midhun Eldose" userId="276e0ff496d1bc83" providerId="LiveId" clId="{EBE7DE87-C041-44F4-B6B2-379359185045}" dt="2026-06-04T08:08:08.693" v="1463"/>
          <ac:spMkLst>
            <pc:docMk/>
            <pc:sldMk cId="1319507648" sldId="424"/>
            <ac:spMk id="2" creationId="{06EB2B78-23F1-72B0-CE08-86177B5EB903}"/>
          </ac:spMkLst>
        </pc:spChg>
        <pc:spChg chg="mod">
          <ac:chgData name="Midhun Eldose" userId="276e0ff496d1bc83" providerId="LiveId" clId="{EBE7DE87-C041-44F4-B6B2-379359185045}" dt="2026-06-18T05:30:08.269" v="2060" actId="20577"/>
          <ac:spMkLst>
            <pc:docMk/>
            <pc:sldMk cId="1319507648" sldId="424"/>
            <ac:spMk id="3" creationId="{F4924638-1BB5-4DCF-251C-35FA37CB6A3E}"/>
          </ac:spMkLst>
        </pc:spChg>
        <pc:picChg chg="add mod">
          <ac:chgData name="Midhun Eldose" userId="276e0ff496d1bc83" providerId="LiveId" clId="{EBE7DE87-C041-44F4-B6B2-379359185045}" dt="2026-06-04T08:25:17.498" v="1495"/>
          <ac:picMkLst>
            <pc:docMk/>
            <pc:sldMk cId="1319507648" sldId="424"/>
            <ac:picMk id="5" creationId="{8ECA6342-EF88-71EC-D7A7-41025EBC97A9}"/>
          </ac:picMkLst>
        </pc:picChg>
      </pc:sldChg>
      <pc:sldChg chg="addSp delSp modSp new mod">
        <pc:chgData name="Midhun Eldose" userId="276e0ff496d1bc83" providerId="LiveId" clId="{EBE7DE87-C041-44F4-B6B2-379359185045}" dt="2026-06-18T09:49:47.551" v="3140" actId="20577"/>
        <pc:sldMkLst>
          <pc:docMk/>
          <pc:sldMk cId="3406572936" sldId="425"/>
        </pc:sldMkLst>
        <pc:spChg chg="mod">
          <ac:chgData name="Midhun Eldose" userId="276e0ff496d1bc83" providerId="LiveId" clId="{EBE7DE87-C041-44F4-B6B2-379359185045}" dt="2026-06-04T09:50:47.435" v="1501" actId="20577"/>
          <ac:spMkLst>
            <pc:docMk/>
            <pc:sldMk cId="3406572936" sldId="425"/>
            <ac:spMk id="2" creationId="{ADD9E5C4-101F-1449-DF8F-84478EA1D788}"/>
          </ac:spMkLst>
        </pc:spChg>
        <pc:spChg chg="mod">
          <ac:chgData name="Midhun Eldose" userId="276e0ff496d1bc83" providerId="LiveId" clId="{EBE7DE87-C041-44F4-B6B2-379359185045}" dt="2026-06-18T09:49:47.551" v="3140" actId="20577"/>
          <ac:spMkLst>
            <pc:docMk/>
            <pc:sldMk cId="3406572936" sldId="425"/>
            <ac:spMk id="3" creationId="{E9F849B1-5AC7-93D0-02DE-36F8953BC3E0}"/>
          </ac:spMkLst>
        </pc:spChg>
        <pc:picChg chg="add mod">
          <ac:chgData name="Midhun Eldose" userId="276e0ff496d1bc83" providerId="LiveId" clId="{EBE7DE87-C041-44F4-B6B2-379359185045}" dt="2026-06-04T08:25:18.974" v="1496"/>
          <ac:picMkLst>
            <pc:docMk/>
            <pc:sldMk cId="3406572936" sldId="425"/>
            <ac:picMk id="5" creationId="{06E00C0F-2F10-F3E8-CDEA-CDB81B706F89}"/>
          </ac:picMkLst>
        </pc:picChg>
      </pc:sldChg>
      <pc:sldChg chg="addSp delSp modSp new mod modShow">
        <pc:chgData name="Midhun Eldose" userId="276e0ff496d1bc83" providerId="LiveId" clId="{EBE7DE87-C041-44F4-B6B2-379359185045}" dt="2026-06-18T05:40:49.378" v="2369" actId="729"/>
        <pc:sldMkLst>
          <pc:docMk/>
          <pc:sldMk cId="482401328" sldId="426"/>
        </pc:sldMkLst>
        <pc:spChg chg="mod">
          <ac:chgData name="Midhun Eldose" userId="276e0ff496d1bc83" providerId="LiveId" clId="{EBE7DE87-C041-44F4-B6B2-379359185045}" dt="2026-06-04T09:50:56.985" v="1506" actId="20577"/>
          <ac:spMkLst>
            <pc:docMk/>
            <pc:sldMk cId="482401328" sldId="426"/>
            <ac:spMk id="2" creationId="{5FACF74F-0A9D-3601-C50B-7CAACC703C6F}"/>
          </ac:spMkLst>
        </pc:spChg>
        <pc:spChg chg="mod">
          <ac:chgData name="Midhun Eldose" userId="276e0ff496d1bc83" providerId="LiveId" clId="{EBE7DE87-C041-44F4-B6B2-379359185045}" dt="2026-06-17T16:29:31.852" v="1839" actId="20577"/>
          <ac:spMkLst>
            <pc:docMk/>
            <pc:sldMk cId="482401328" sldId="426"/>
            <ac:spMk id="3" creationId="{FF477DFD-83BC-4A18-B5F2-53DF9452ADC4}"/>
          </ac:spMkLst>
        </pc:spChg>
        <pc:picChg chg="add mod">
          <ac:chgData name="Midhun Eldose" userId="276e0ff496d1bc83" providerId="LiveId" clId="{EBE7DE87-C041-44F4-B6B2-379359185045}" dt="2026-06-04T08:09:35.150" v="1485"/>
          <ac:picMkLst>
            <pc:docMk/>
            <pc:sldMk cId="482401328" sldId="426"/>
            <ac:picMk id="5" creationId="{D9E891EB-67C3-DFBF-607E-01231E38E554}"/>
          </ac:picMkLst>
        </pc:picChg>
      </pc:sldChg>
      <pc:sldChg chg="addSp delSp modSp new del mod">
        <pc:chgData name="Midhun Eldose" userId="276e0ff496d1bc83" providerId="LiveId" clId="{EBE7DE87-C041-44F4-B6B2-379359185045}" dt="2026-06-17T16:29:56.657" v="1840" actId="2696"/>
        <pc:sldMkLst>
          <pc:docMk/>
          <pc:sldMk cId="477766505" sldId="427"/>
        </pc:sldMkLst>
      </pc:sldChg>
      <pc:sldChg chg="addSp delSp modSp new mod modShow">
        <pc:chgData name="Midhun Eldose" userId="276e0ff496d1bc83" providerId="LiveId" clId="{EBE7DE87-C041-44F4-B6B2-379359185045}" dt="2026-06-18T05:41:06.660" v="2372" actId="729"/>
        <pc:sldMkLst>
          <pc:docMk/>
          <pc:sldMk cId="2905563491" sldId="428"/>
        </pc:sldMkLst>
        <pc:spChg chg="mod">
          <ac:chgData name="Midhun Eldose" userId="276e0ff496d1bc83" providerId="LiveId" clId="{EBE7DE87-C041-44F4-B6B2-379359185045}" dt="2026-06-04T09:51:04.818" v="1511" actId="20577"/>
          <ac:spMkLst>
            <pc:docMk/>
            <pc:sldMk cId="2905563491" sldId="428"/>
            <ac:spMk id="2" creationId="{4F4EA69E-3EE6-7BB8-505E-91E7696E4FFA}"/>
          </ac:spMkLst>
        </pc:spChg>
        <pc:spChg chg="mod">
          <ac:chgData name="Midhun Eldose" userId="276e0ff496d1bc83" providerId="LiveId" clId="{EBE7DE87-C041-44F4-B6B2-379359185045}" dt="2026-06-04T08:09:06.819" v="1476"/>
          <ac:spMkLst>
            <pc:docMk/>
            <pc:sldMk cId="2905563491" sldId="428"/>
            <ac:spMk id="3" creationId="{F09FC0D3-1A20-DB3C-354D-2D28AF420761}"/>
          </ac:spMkLst>
        </pc:spChg>
        <pc:picChg chg="add mod">
          <ac:chgData name="Midhun Eldose" userId="276e0ff496d1bc83" providerId="LiveId" clId="{EBE7DE87-C041-44F4-B6B2-379359185045}" dt="2026-06-04T08:09:49.369" v="1487"/>
          <ac:picMkLst>
            <pc:docMk/>
            <pc:sldMk cId="2905563491" sldId="428"/>
            <ac:picMk id="5" creationId="{AE0CE3D3-6F0F-D55E-FBE1-965198E83E4A}"/>
          </ac:picMkLst>
        </pc:picChg>
      </pc:sldChg>
      <pc:sldChg chg="addSp delSp modSp new del mod modShow">
        <pc:chgData name="Midhun Eldose" userId="276e0ff496d1bc83" providerId="LiveId" clId="{EBE7DE87-C041-44F4-B6B2-379359185045}" dt="2026-06-17T16:49:19.017" v="1847" actId="2696"/>
        <pc:sldMkLst>
          <pc:docMk/>
          <pc:sldMk cId="420922332" sldId="429"/>
        </pc:sldMkLst>
      </pc:sldChg>
      <pc:sldChg chg="addSp delSp modSp new mod ord modShow">
        <pc:chgData name="Midhun Eldose" userId="276e0ff496d1bc83" providerId="LiveId" clId="{EBE7DE87-C041-44F4-B6B2-379359185045}" dt="2026-06-17T16:53:56.716" v="1922" actId="313"/>
        <pc:sldMkLst>
          <pc:docMk/>
          <pc:sldMk cId="1559122405" sldId="430"/>
        </pc:sldMkLst>
        <pc:spChg chg="mod">
          <ac:chgData name="Midhun Eldose" userId="276e0ff496d1bc83" providerId="LiveId" clId="{EBE7DE87-C041-44F4-B6B2-379359185045}" dt="2026-06-17T16:53:56.716" v="1922" actId="313"/>
          <ac:spMkLst>
            <pc:docMk/>
            <pc:sldMk cId="1559122405" sldId="430"/>
            <ac:spMk id="2" creationId="{133F4CAD-5A23-CA59-EBAF-F398F1B64351}"/>
          </ac:spMkLst>
        </pc:spChg>
        <pc:spChg chg="mod">
          <ac:chgData name="Midhun Eldose" userId="276e0ff496d1bc83" providerId="LiveId" clId="{EBE7DE87-C041-44F4-B6B2-379359185045}" dt="2026-06-17T16:53:40.504" v="1921" actId="20577"/>
          <ac:spMkLst>
            <pc:docMk/>
            <pc:sldMk cId="1559122405" sldId="430"/>
            <ac:spMk id="3" creationId="{643DD5D6-0527-2C13-7BB5-DFA776F1F731}"/>
          </ac:spMkLst>
        </pc:spChg>
        <pc:picChg chg="add mod">
          <ac:chgData name="Midhun Eldose" userId="276e0ff496d1bc83" providerId="LiveId" clId="{EBE7DE87-C041-44F4-B6B2-379359185045}" dt="2026-06-04T08:09:52.439" v="1489"/>
          <ac:picMkLst>
            <pc:docMk/>
            <pc:sldMk cId="1559122405" sldId="430"/>
            <ac:picMk id="5" creationId="{5D7C5A43-0FED-AED3-A58E-74461FDFDF51}"/>
          </ac:picMkLst>
        </pc:picChg>
      </pc:sldChg>
      <pc:sldChg chg="new del">
        <pc:chgData name="Midhun Eldose" userId="276e0ff496d1bc83" providerId="LiveId" clId="{EBE7DE87-C041-44F4-B6B2-379359185045}" dt="2026-06-17T16:09:34.361" v="1536" actId="2696"/>
        <pc:sldMkLst>
          <pc:docMk/>
          <pc:sldMk cId="204107400" sldId="431"/>
        </pc:sldMkLst>
      </pc:sldChg>
      <pc:sldChg chg="add">
        <pc:chgData name="Midhun Eldose" userId="276e0ff496d1bc83" providerId="LiveId" clId="{EBE7DE87-C041-44F4-B6B2-379359185045}" dt="2026-06-17T16:51:06.379" v="1900"/>
        <pc:sldMkLst>
          <pc:docMk/>
          <pc:sldMk cId="491654656" sldId="431"/>
        </pc:sldMkLst>
      </pc:sldChg>
      <pc:sldChg chg="new del">
        <pc:chgData name="Midhun Eldose" userId="276e0ff496d1bc83" providerId="LiveId" clId="{EBE7DE87-C041-44F4-B6B2-379359185045}" dt="2026-06-17T16:10:32.540" v="1566" actId="2696"/>
        <pc:sldMkLst>
          <pc:docMk/>
          <pc:sldMk cId="1202906753" sldId="431"/>
        </pc:sldMkLst>
      </pc:sldChg>
      <pc:sldChg chg="add mod modShow">
        <pc:chgData name="Midhun Eldose" userId="276e0ff496d1bc83" providerId="LiveId" clId="{EBE7DE87-C041-44F4-B6B2-379359185045}" dt="2026-06-17T16:51:45.726" v="1901" actId="729"/>
        <pc:sldMkLst>
          <pc:docMk/>
          <pc:sldMk cId="1176807143" sldId="432"/>
        </pc:sldMkLst>
      </pc:sldChg>
      <pc:sldChg chg="add mod modShow">
        <pc:chgData name="Midhun Eldose" userId="276e0ff496d1bc83" providerId="LiveId" clId="{EBE7DE87-C041-44F4-B6B2-379359185045}" dt="2026-06-17T16:51:45.726" v="1901" actId="729"/>
        <pc:sldMkLst>
          <pc:docMk/>
          <pc:sldMk cId="1608770681" sldId="433"/>
        </pc:sldMkLst>
      </pc:sldChg>
      <pc:sldChg chg="add mod modShow">
        <pc:chgData name="Midhun Eldose" userId="276e0ff496d1bc83" providerId="LiveId" clId="{EBE7DE87-C041-44F4-B6B2-379359185045}" dt="2026-06-17T16:51:45.726" v="1901" actId="729"/>
        <pc:sldMkLst>
          <pc:docMk/>
          <pc:sldMk cId="1376736922" sldId="434"/>
        </pc:sldMkLst>
      </pc:sldChg>
      <pc:sldChg chg="add mod modShow">
        <pc:chgData name="Midhun Eldose" userId="276e0ff496d1bc83" providerId="LiveId" clId="{EBE7DE87-C041-44F4-B6B2-379359185045}" dt="2026-06-17T16:53:06.298" v="1906" actId="729"/>
        <pc:sldMkLst>
          <pc:docMk/>
          <pc:sldMk cId="2243624822" sldId="435"/>
        </pc:sldMkLst>
      </pc:sldChg>
      <pc:sldChg chg="add mod modShow">
        <pc:chgData name="Midhun Eldose" userId="276e0ff496d1bc83" providerId="LiveId" clId="{EBE7DE87-C041-44F4-B6B2-379359185045}" dt="2026-06-17T16:51:45.726" v="1901" actId="729"/>
        <pc:sldMkLst>
          <pc:docMk/>
          <pc:sldMk cId="410337709" sldId="436"/>
        </pc:sldMkLst>
      </pc:sldChg>
      <pc:sldChg chg="add mod modShow">
        <pc:chgData name="Midhun Eldose" userId="276e0ff496d1bc83" providerId="LiveId" clId="{EBE7DE87-C041-44F4-B6B2-379359185045}" dt="2026-06-17T16:51:45.726" v="1901" actId="729"/>
        <pc:sldMkLst>
          <pc:docMk/>
          <pc:sldMk cId="2142849902" sldId="437"/>
        </pc:sldMkLst>
      </pc:sldChg>
      <pc:sldChg chg="add mod modShow">
        <pc:chgData name="Midhun Eldose" userId="276e0ff496d1bc83" providerId="LiveId" clId="{EBE7DE87-C041-44F4-B6B2-379359185045}" dt="2026-06-17T16:51:45.726" v="1901" actId="729"/>
        <pc:sldMkLst>
          <pc:docMk/>
          <pc:sldMk cId="2158509723" sldId="438"/>
        </pc:sldMkLst>
      </pc:sldChg>
      <pc:sldChg chg="add mod modShow">
        <pc:chgData name="Midhun Eldose" userId="276e0ff496d1bc83" providerId="LiveId" clId="{EBE7DE87-C041-44F4-B6B2-379359185045}" dt="2026-06-17T16:51:45.726" v="1901" actId="729"/>
        <pc:sldMkLst>
          <pc:docMk/>
          <pc:sldMk cId="242392981" sldId="439"/>
        </pc:sldMkLst>
      </pc:sldChg>
      <pc:sldChg chg="add mod modShow">
        <pc:chgData name="Midhun Eldose" userId="276e0ff496d1bc83" providerId="LiveId" clId="{EBE7DE87-C041-44F4-B6B2-379359185045}" dt="2026-06-17T16:51:45.726" v="1901" actId="729"/>
        <pc:sldMkLst>
          <pc:docMk/>
          <pc:sldMk cId="1759297697" sldId="440"/>
        </pc:sldMkLst>
      </pc:sldChg>
      <pc:sldChg chg="addSp delSp modSp new mod">
        <pc:chgData name="Midhun Eldose" userId="276e0ff496d1bc83" providerId="LiveId" clId="{EBE7DE87-C041-44F4-B6B2-379359185045}" dt="2026-06-18T05:10:07.886" v="1954" actId="1076"/>
        <pc:sldMkLst>
          <pc:docMk/>
          <pc:sldMk cId="2604789539" sldId="441"/>
        </pc:sldMkLst>
        <pc:spChg chg="mod">
          <ac:chgData name="Midhun Eldose" userId="276e0ff496d1bc83" providerId="LiveId" clId="{EBE7DE87-C041-44F4-B6B2-379359185045}" dt="2026-06-18T05:09:52.080" v="1949" actId="20577"/>
          <ac:spMkLst>
            <pc:docMk/>
            <pc:sldMk cId="2604789539" sldId="441"/>
            <ac:spMk id="2" creationId="{78166E57-70E1-3D07-4B34-00D89DF23415}"/>
          </ac:spMkLst>
        </pc:spChg>
        <pc:spChg chg="del">
          <ac:chgData name="Midhun Eldose" userId="276e0ff496d1bc83" providerId="LiveId" clId="{EBE7DE87-C041-44F4-B6B2-379359185045}" dt="2026-06-18T05:09:39.784" v="1926" actId="22"/>
          <ac:spMkLst>
            <pc:docMk/>
            <pc:sldMk cId="2604789539" sldId="441"/>
            <ac:spMk id="3" creationId="{49766443-5BE9-6CE7-2031-A2F2EE01EE3C}"/>
          </ac:spMkLst>
        </pc:spChg>
        <pc:spChg chg="del">
          <ac:chgData name="Midhun Eldose" userId="276e0ff496d1bc83" providerId="LiveId" clId="{EBE7DE87-C041-44F4-B6B2-379359185045}" dt="2026-06-18T05:09:59.184" v="1950" actId="478"/>
          <ac:spMkLst>
            <pc:docMk/>
            <pc:sldMk cId="2604789539" sldId="441"/>
            <ac:spMk id="4" creationId="{462919B1-6DEC-53D8-272B-E76C073D4A93}"/>
          </ac:spMkLst>
        </pc:spChg>
        <pc:picChg chg="add mod ord">
          <ac:chgData name="Midhun Eldose" userId="276e0ff496d1bc83" providerId="LiveId" clId="{EBE7DE87-C041-44F4-B6B2-379359185045}" dt="2026-06-18T05:10:07.886" v="1954" actId="1076"/>
          <ac:picMkLst>
            <pc:docMk/>
            <pc:sldMk cId="2604789539" sldId="441"/>
            <ac:picMk id="6" creationId="{ABA4BCE3-E3E0-E6B1-764E-89A5C322C403}"/>
          </ac:picMkLst>
        </pc:picChg>
      </pc:sldChg>
      <pc:sldChg chg="addSp delSp modSp new mod">
        <pc:chgData name="Midhun Eldose" userId="276e0ff496d1bc83" providerId="LiveId" clId="{EBE7DE87-C041-44F4-B6B2-379359185045}" dt="2026-06-18T05:11:29.503" v="1963" actId="1076"/>
        <pc:sldMkLst>
          <pc:docMk/>
          <pc:sldMk cId="3405363528" sldId="442"/>
        </pc:sldMkLst>
        <pc:spChg chg="del">
          <ac:chgData name="Midhun Eldose" userId="276e0ff496d1bc83" providerId="LiveId" clId="{EBE7DE87-C041-44F4-B6B2-379359185045}" dt="2026-06-18T05:11:22.345" v="1960" actId="478"/>
          <ac:spMkLst>
            <pc:docMk/>
            <pc:sldMk cId="3405363528" sldId="442"/>
            <ac:spMk id="2" creationId="{80D488BD-8683-5965-8D9C-293000A8C5B3}"/>
          </ac:spMkLst>
        </pc:spChg>
        <pc:spChg chg="del">
          <ac:chgData name="Midhun Eldose" userId="276e0ff496d1bc83" providerId="LiveId" clId="{EBE7DE87-C041-44F4-B6B2-379359185045}" dt="2026-06-18T05:11:14.425" v="1956" actId="478"/>
          <ac:spMkLst>
            <pc:docMk/>
            <pc:sldMk cId="3405363528" sldId="442"/>
            <ac:spMk id="3" creationId="{0138EDA9-1F82-512F-7833-48BF34B7CC81}"/>
          </ac:spMkLst>
        </pc:spChg>
        <pc:spChg chg="del">
          <ac:chgData name="Midhun Eldose" userId="276e0ff496d1bc83" providerId="LiveId" clId="{EBE7DE87-C041-44F4-B6B2-379359185045}" dt="2026-06-18T05:11:16.643" v="1957" actId="478"/>
          <ac:spMkLst>
            <pc:docMk/>
            <pc:sldMk cId="3405363528" sldId="442"/>
            <ac:spMk id="4" creationId="{8FAF6CD3-03CC-ED82-DD9A-EE192E04614E}"/>
          </ac:spMkLst>
        </pc:spChg>
        <pc:picChg chg="add mod">
          <ac:chgData name="Midhun Eldose" userId="276e0ff496d1bc83" providerId="LiveId" clId="{EBE7DE87-C041-44F4-B6B2-379359185045}" dt="2026-06-18T05:11:29.503" v="1963" actId="1076"/>
          <ac:picMkLst>
            <pc:docMk/>
            <pc:sldMk cId="3405363528" sldId="442"/>
            <ac:picMk id="6" creationId="{27B62043-ED03-06F0-D510-B00D50A2FD7D}"/>
          </ac:picMkLst>
        </pc:picChg>
      </pc:sldChg>
      <pc:sldChg chg="addSp delSp modSp new mod">
        <pc:chgData name="Midhun Eldose" userId="276e0ff496d1bc83" providerId="LiveId" clId="{EBE7DE87-C041-44F4-B6B2-379359185045}" dt="2026-06-18T05:13:13.125" v="2001" actId="20577"/>
        <pc:sldMkLst>
          <pc:docMk/>
          <pc:sldMk cId="2419058307" sldId="443"/>
        </pc:sldMkLst>
        <pc:spChg chg="mod">
          <ac:chgData name="Midhun Eldose" userId="276e0ff496d1bc83" providerId="LiveId" clId="{EBE7DE87-C041-44F4-B6B2-379359185045}" dt="2026-06-18T05:13:13.125" v="2001" actId="20577"/>
          <ac:spMkLst>
            <pc:docMk/>
            <pc:sldMk cId="2419058307" sldId="443"/>
            <ac:spMk id="2" creationId="{496E590F-CF73-54B2-9966-0E50B0EF5D10}"/>
          </ac:spMkLst>
        </pc:spChg>
        <pc:spChg chg="del">
          <ac:chgData name="Midhun Eldose" userId="276e0ff496d1bc83" providerId="LiveId" clId="{EBE7DE87-C041-44F4-B6B2-379359185045}" dt="2026-06-18T05:12:36.757" v="1965" actId="478"/>
          <ac:spMkLst>
            <pc:docMk/>
            <pc:sldMk cId="2419058307" sldId="443"/>
            <ac:spMk id="3" creationId="{E48D9031-0651-B6F9-B836-52B4C5F8C623}"/>
          </ac:spMkLst>
        </pc:spChg>
        <pc:spChg chg="del">
          <ac:chgData name="Midhun Eldose" userId="276e0ff496d1bc83" providerId="LiveId" clId="{EBE7DE87-C041-44F4-B6B2-379359185045}" dt="2026-06-18T05:12:39.012" v="1966" actId="478"/>
          <ac:spMkLst>
            <pc:docMk/>
            <pc:sldMk cId="2419058307" sldId="443"/>
            <ac:spMk id="4" creationId="{FB4E0CAC-0A62-F1E3-D0F8-388139AFF402}"/>
          </ac:spMkLst>
        </pc:spChg>
        <pc:picChg chg="add mod">
          <ac:chgData name="Midhun Eldose" userId="276e0ff496d1bc83" providerId="LiveId" clId="{EBE7DE87-C041-44F4-B6B2-379359185045}" dt="2026-06-18T05:12:46.755" v="1970" actId="1076"/>
          <ac:picMkLst>
            <pc:docMk/>
            <pc:sldMk cId="2419058307" sldId="443"/>
            <ac:picMk id="6" creationId="{0ABBD772-848A-0357-2EFD-580E76B655FA}"/>
          </ac:picMkLst>
        </pc:picChg>
      </pc:sldChg>
      <pc:sldChg chg="modSp add mod">
        <pc:chgData name="Midhun Eldose" userId="276e0ff496d1bc83" providerId="LiveId" clId="{EBE7DE87-C041-44F4-B6B2-379359185045}" dt="2026-06-18T06:02:23.078" v="2973" actId="14100"/>
        <pc:sldMkLst>
          <pc:docMk/>
          <pc:sldMk cId="1001441403" sldId="444"/>
        </pc:sldMkLst>
        <pc:spChg chg="mod">
          <ac:chgData name="Midhun Eldose" userId="276e0ff496d1bc83" providerId="LiveId" clId="{EBE7DE87-C041-44F4-B6B2-379359185045}" dt="2026-06-18T05:31:56.133" v="2131" actId="20577"/>
          <ac:spMkLst>
            <pc:docMk/>
            <pc:sldMk cId="1001441403" sldId="444"/>
            <ac:spMk id="2" creationId="{D9CD98AB-97D4-0D6A-795B-68FC6ECA8C38}"/>
          </ac:spMkLst>
        </pc:spChg>
        <pc:spChg chg="mod">
          <ac:chgData name="Midhun Eldose" userId="276e0ff496d1bc83" providerId="LiveId" clId="{EBE7DE87-C041-44F4-B6B2-379359185045}" dt="2026-06-18T06:02:23.078" v="2973" actId="14100"/>
          <ac:spMkLst>
            <pc:docMk/>
            <pc:sldMk cId="1001441403" sldId="444"/>
            <ac:spMk id="3" creationId="{80808A9E-F002-60AD-307E-00F2ACB56467}"/>
          </ac:spMkLst>
        </pc:spChg>
      </pc:sldChg>
      <pc:sldChg chg="modSp add mod">
        <pc:chgData name="Midhun Eldose" userId="276e0ff496d1bc83" providerId="LiveId" clId="{EBE7DE87-C041-44F4-B6B2-379359185045}" dt="2026-06-18T06:03:47.865" v="3037" actId="20577"/>
        <pc:sldMkLst>
          <pc:docMk/>
          <pc:sldMk cId="4119566273" sldId="445"/>
        </pc:sldMkLst>
        <pc:spChg chg="mod">
          <ac:chgData name="Midhun Eldose" userId="276e0ff496d1bc83" providerId="LiveId" clId="{EBE7DE87-C041-44F4-B6B2-379359185045}" dt="2026-06-18T06:03:47.865" v="3037" actId="20577"/>
          <ac:spMkLst>
            <pc:docMk/>
            <pc:sldMk cId="4119566273" sldId="445"/>
            <ac:spMk id="2" creationId="{18FD606B-9D6B-F94C-3F1C-C7E7BA94ED47}"/>
          </ac:spMkLst>
        </pc:spChg>
        <pc:spChg chg="mod">
          <ac:chgData name="Midhun Eldose" userId="276e0ff496d1bc83" providerId="LiveId" clId="{EBE7DE87-C041-44F4-B6B2-379359185045}" dt="2026-06-18T06:01:31.018" v="2931" actId="20577"/>
          <ac:spMkLst>
            <pc:docMk/>
            <pc:sldMk cId="4119566273" sldId="445"/>
            <ac:spMk id="3" creationId="{06CAD7A9-527B-8443-5575-7E8C408A2495}"/>
          </ac:spMkLst>
        </pc:spChg>
      </pc:sldChg>
      <pc:sldChg chg="add del">
        <pc:chgData name="Midhun Eldose" userId="276e0ff496d1bc83" providerId="LiveId" clId="{EBE7DE87-C041-44F4-B6B2-379359185045}" dt="2026-06-18T05:38:51.633" v="2314" actId="47"/>
        <pc:sldMkLst>
          <pc:docMk/>
          <pc:sldMk cId="573092119" sldId="446"/>
        </pc:sldMkLst>
      </pc:sldChg>
      <pc:sldChg chg="delSp modSp add mod">
        <pc:chgData name="Midhun Eldose" userId="276e0ff496d1bc83" providerId="LiveId" clId="{EBE7DE87-C041-44F4-B6B2-379359185045}" dt="2026-06-18T05:55:15.459" v="2914" actId="20577"/>
        <pc:sldMkLst>
          <pc:docMk/>
          <pc:sldMk cId="715712865" sldId="446"/>
        </pc:sldMkLst>
        <pc:spChg chg="mod">
          <ac:chgData name="Midhun Eldose" userId="276e0ff496d1bc83" providerId="LiveId" clId="{EBE7DE87-C041-44F4-B6B2-379359185045}" dt="2026-06-18T05:55:15.459" v="2914" actId="20577"/>
          <ac:spMkLst>
            <pc:docMk/>
            <pc:sldMk cId="715712865" sldId="446"/>
            <ac:spMk id="2" creationId="{78092CAD-D6AD-72B8-3149-319EBFA58946}"/>
          </ac:spMkLst>
        </pc:spChg>
        <pc:spChg chg="mod">
          <ac:chgData name="Midhun Eldose" userId="276e0ff496d1bc83" providerId="LiveId" clId="{EBE7DE87-C041-44F4-B6B2-379359185045}" dt="2026-06-18T05:52:28.054" v="2769" actId="20577"/>
          <ac:spMkLst>
            <pc:docMk/>
            <pc:sldMk cId="715712865" sldId="446"/>
            <ac:spMk id="11" creationId="{7D1E9A6C-1A16-33F5-A207-D456F7B90136}"/>
          </ac:spMkLst>
        </pc:spChg>
        <pc:picChg chg="del">
          <ac:chgData name="Midhun Eldose" userId="276e0ff496d1bc83" providerId="LiveId" clId="{EBE7DE87-C041-44F4-B6B2-379359185045}" dt="2026-06-18T05:52:33.272" v="2771" actId="478"/>
          <ac:picMkLst>
            <pc:docMk/>
            <pc:sldMk cId="715712865" sldId="446"/>
            <ac:picMk id="1028" creationId="{6403F1F4-FF31-47C7-0CCB-BE5B9B715265}"/>
          </ac:picMkLst>
        </pc:picChg>
        <pc:picChg chg="del">
          <ac:chgData name="Midhun Eldose" userId="276e0ff496d1bc83" providerId="LiveId" clId="{EBE7DE87-C041-44F4-B6B2-379359185045}" dt="2026-06-18T05:52:31.163" v="2770" actId="478"/>
          <ac:picMkLst>
            <pc:docMk/>
            <pc:sldMk cId="715712865" sldId="446"/>
            <ac:picMk id="1030" creationId="{668622FC-A679-3EF5-7526-52226E987C53}"/>
          </ac:picMkLst>
        </pc:picChg>
      </pc:sldChg>
      <pc:sldChg chg="modSp add mod ord">
        <pc:chgData name="Midhun Eldose" userId="276e0ff496d1bc83" providerId="LiveId" clId="{EBE7DE87-C041-44F4-B6B2-379359185045}" dt="2026-06-18T06:03:43.815" v="3035" actId="20577"/>
        <pc:sldMkLst>
          <pc:docMk/>
          <pc:sldMk cId="2158904462" sldId="447"/>
        </pc:sldMkLst>
        <pc:spChg chg="mod">
          <ac:chgData name="Midhun Eldose" userId="276e0ff496d1bc83" providerId="LiveId" clId="{EBE7DE87-C041-44F4-B6B2-379359185045}" dt="2026-06-18T06:03:43.815" v="3035" actId="20577"/>
          <ac:spMkLst>
            <pc:docMk/>
            <pc:sldMk cId="2158904462" sldId="447"/>
            <ac:spMk id="2" creationId="{C9D3B6D1-76FF-F801-8A1D-A802F5EE27E1}"/>
          </ac:spMkLst>
        </pc:spChg>
        <pc:spChg chg="mod">
          <ac:chgData name="Midhun Eldose" userId="276e0ff496d1bc83" providerId="LiveId" clId="{EBE7DE87-C041-44F4-B6B2-379359185045}" dt="2026-06-18T06:03:22.757" v="3021" actId="20577"/>
          <ac:spMkLst>
            <pc:docMk/>
            <pc:sldMk cId="2158904462" sldId="447"/>
            <ac:spMk id="3" creationId="{676DADCC-60C1-B58F-9008-5E5740E7EF8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626C6-69D6-41F5-9210-4551A7F74285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747CD-7FEE-4FE1-9DC9-E85BA0CF4CE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89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74C35-7FDB-BB91-82F8-FB02EB059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3436" y="1134442"/>
            <a:ext cx="8625037" cy="2308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D2C720-ED91-9F73-692B-B66013DFC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3436" y="3610415"/>
            <a:ext cx="8625037" cy="16012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DE88287-0E93-39B8-918C-AF8556423FEC}"/>
              </a:ext>
            </a:extLst>
          </p:cNvPr>
          <p:cNvSpPr/>
          <p:nvPr userDrawn="1"/>
        </p:nvSpPr>
        <p:spPr>
          <a:xfrm>
            <a:off x="557048" y="-1"/>
            <a:ext cx="11672551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63189508-4F81-18AE-CA12-3C95735B820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6A0EC1E-852C-532A-A4F2-1B1FCF62B24E}"/>
              </a:ext>
            </a:extLst>
          </p:cNvPr>
          <p:cNvSpPr/>
          <p:nvPr userDrawn="1"/>
        </p:nvSpPr>
        <p:spPr>
          <a:xfrm>
            <a:off x="5609424" y="3069240"/>
            <a:ext cx="2246374" cy="2720292"/>
          </a:xfrm>
          <a:prstGeom prst="roundRect">
            <a:avLst/>
          </a:prstGeom>
          <a:blipFill dpi="0" rotWithShape="1">
            <a:blip r:embed="rId2"/>
            <a:srcRect/>
            <a:stretch>
              <a:fillRect l="-3000" r="-33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E4AD166-3A37-F926-6276-F7DD8FF8FB17}"/>
              </a:ext>
            </a:extLst>
          </p:cNvPr>
          <p:cNvSpPr/>
          <p:nvPr userDrawn="1"/>
        </p:nvSpPr>
        <p:spPr>
          <a:xfrm>
            <a:off x="-5051" y="-1"/>
            <a:ext cx="6550567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BAB4807-8614-CE8C-21C5-AE689AA8C40C}"/>
              </a:ext>
            </a:extLst>
          </p:cNvPr>
          <p:cNvSpPr txBox="1">
            <a:spLocks/>
          </p:cNvSpPr>
          <p:nvPr userDrawn="1"/>
        </p:nvSpPr>
        <p:spPr>
          <a:xfrm>
            <a:off x="-104198" y="4238707"/>
            <a:ext cx="6550567" cy="4238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b="1">
                <a:solidFill>
                  <a:srgbClr val="D9096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Roboter-Potential-Analyse</a:t>
            </a:r>
          </a:p>
        </p:txBody>
      </p:sp>
      <p:pic>
        <p:nvPicPr>
          <p:cNvPr id="13" name="Grafik 12" descr="Ein Bild, das Symbol, Schrift, Grafiken, Text enthält.&#10;&#10;Automatisch generierte Beschreibung">
            <a:extLst>
              <a:ext uri="{FF2B5EF4-FFF2-40B4-BE49-F238E27FC236}">
                <a16:creationId xmlns:a16="http://schemas.microsoft.com/office/drawing/2014/main" id="{A6DA24F0-6604-239A-E40F-1C0531F7AE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F7A04FE-4364-F265-3DFB-1536B5681921}"/>
              </a:ext>
            </a:extLst>
          </p:cNvPr>
          <p:cNvSpPr/>
          <p:nvPr userDrawn="1"/>
        </p:nvSpPr>
        <p:spPr>
          <a:xfrm>
            <a:off x="6720048" y="357096"/>
            <a:ext cx="2831129" cy="2545097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7362DE9-F5D3-E529-2091-D7B03874CF34}"/>
              </a:ext>
            </a:extLst>
          </p:cNvPr>
          <p:cNvSpPr/>
          <p:nvPr userDrawn="1"/>
        </p:nvSpPr>
        <p:spPr>
          <a:xfrm>
            <a:off x="9726982" y="377434"/>
            <a:ext cx="2465018" cy="2545097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4CDF83D-2E20-E8CA-E095-AC3E3BFC196E}"/>
              </a:ext>
            </a:extLst>
          </p:cNvPr>
          <p:cNvSpPr/>
          <p:nvPr userDrawn="1"/>
        </p:nvSpPr>
        <p:spPr>
          <a:xfrm>
            <a:off x="8041752" y="3069240"/>
            <a:ext cx="2586721" cy="2720292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blipFill>
                <a:blip r:embed="rId6"/>
                <a:stretch>
                  <a:fillRect/>
                </a:stretch>
              </a:blip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B3EF718-F394-D1D6-AD3A-A8A65C21C02C}"/>
              </a:ext>
            </a:extLst>
          </p:cNvPr>
          <p:cNvSpPr/>
          <p:nvPr userDrawn="1"/>
        </p:nvSpPr>
        <p:spPr>
          <a:xfrm>
            <a:off x="10787495" y="3090506"/>
            <a:ext cx="2831129" cy="2720292"/>
          </a:xfrm>
          <a:prstGeom prst="roundRect">
            <a:avLst/>
          </a:prstGeom>
          <a:blipFill dpi="0" rotWithShape="1">
            <a:blip r:embed="rId7"/>
            <a:srcRect/>
            <a:stretch>
              <a:fillRect l="-22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716F0882-FCF5-8CDB-BB97-BA474F7EB659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B18F83-6B39-7343-1789-0A82774BDDE3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0" name="Untertitel 2">
            <a:extLst>
              <a:ext uri="{FF2B5EF4-FFF2-40B4-BE49-F238E27FC236}">
                <a16:creationId xmlns:a16="http://schemas.microsoft.com/office/drawing/2014/main" id="{F4436904-CA22-EA33-D85A-6AB37E71C729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E22A7A8-67CD-B8FD-F12E-78B06745B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712721"/>
            <a:ext cx="6521450" cy="1071753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426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5C29434-5514-33E7-9C8D-8D311FA36ECC}"/>
              </a:ext>
            </a:extLst>
          </p:cNvPr>
          <p:cNvSpPr/>
          <p:nvPr userDrawn="1"/>
        </p:nvSpPr>
        <p:spPr>
          <a:xfrm>
            <a:off x="6684963" y="-1"/>
            <a:ext cx="5754449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54AF682-4566-28BF-928B-239B2EF38C19}"/>
              </a:ext>
            </a:extLst>
          </p:cNvPr>
          <p:cNvSpPr/>
          <p:nvPr userDrawn="1"/>
        </p:nvSpPr>
        <p:spPr>
          <a:xfrm>
            <a:off x="-5050" y="-1"/>
            <a:ext cx="6690014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AA33DE-4979-35B4-61E1-24B59F3A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946"/>
            <a:ext cx="5562987" cy="87806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9936F0-5BB2-26B7-3653-9C4D5FE3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511"/>
            <a:ext cx="5562987" cy="428367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86CEC3-CD5E-7B98-43E2-29E86328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B38E75-7E8A-84CD-3602-DB03CF29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A8F89473-4375-7F44-223E-D8783992E43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 descr="Ein Bild, das Symbol, Schrift, Grafiken, Text enthält.&#10;&#10;Automatisch generierte Beschreibung">
            <a:extLst>
              <a:ext uri="{FF2B5EF4-FFF2-40B4-BE49-F238E27FC236}">
                <a16:creationId xmlns:a16="http://schemas.microsoft.com/office/drawing/2014/main" id="{08F6E060-7BAE-CEC9-290E-4099EF732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9" name="AutoShape 2">
            <a:extLst>
              <a:ext uri="{FF2B5EF4-FFF2-40B4-BE49-F238E27FC236}">
                <a16:creationId xmlns:a16="http://schemas.microsoft.com/office/drawing/2014/main" id="{6A570CEE-B803-E72C-444F-0CCFA366FA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67D10AD-E425-71DC-76CE-576F345F7DFE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71BC3B6C-0427-AEE1-A7A7-52EC522EBBEB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D63CC2FD-26D6-5FDE-B15F-E95DC14F41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9684" y="451945"/>
            <a:ext cx="5139916" cy="5366243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2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FC8A6-31C1-8CA8-0B26-22244455C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00B1F0-73E0-AA03-3912-5AACC5D82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B125F0-445E-68BA-600D-66FF2B776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F6F0F0-F890-E52D-29D5-EE8FD051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D4D990-4D87-B964-A5B0-3796CD51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18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AA2D9-3F95-2B45-6A8B-ADE8C3C90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E6E88B-B5D7-AA42-AA0C-17B533E91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4F2245-D256-493F-3001-F9FEDC366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77E9E3-ADF5-CF44-BD82-4B5CD847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CF7593-D3DC-477E-96E0-F8AE509F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668076-276F-448D-7E56-2488B6F6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68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BFCFD4-2344-BAFD-C71E-81E07A0B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10FEF1-C076-E1B4-5466-0799420E6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B6203D-DDA7-345D-6718-4E7B1C530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70DDB8-3435-C449-6514-F4FD30F4C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EA8B5D-576F-52DA-2E06-07FA66A36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740C192-6493-937A-E1A7-4AC898A4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F2D3025-4C40-71F0-C136-0C01CCC2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DC22DF8-7DB8-A88E-198A-2C3872C3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930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22CB0-565F-6B79-79FA-26430456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C56AF3-6C88-B0C9-153A-AE301ED8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A58577-1551-42DF-3343-DCD1AE0C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FFF5D3-583E-0580-105C-E9BDA64C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06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C8B202-34E0-B70D-539B-56ECCE0C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38E195-F527-E3EE-EA2E-E18C80D5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CD99A6-59A0-85EF-A5D8-E2BE7E8E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24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85B8D-6095-1C20-C825-3357CDE1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789CB9-584F-AB7F-6BAB-E3DDA0D19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4CF95E-BADA-7F6D-476A-DAC6CEEEC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9122EB-0B5A-258E-3CA9-79A830DB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E303DF-BFA5-A4F4-D0A5-002C7823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3ED301-798A-C4CA-600B-FAAAEBED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35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D69862-D0EE-B148-F264-F46C3894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845EDAF-FF4A-6185-414B-5B1F581A4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B7EEAC-191C-5E06-AA0B-A6A740AC2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8D56E2-3DFE-13FE-D3B8-A74345BD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20674A-AE4F-A1E9-8DAC-CACAAC99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440943-DACB-4B6F-0C38-F837E8DC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1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71FB8-1E20-26E2-9B03-AD078F9C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805EE5-5D39-A4A4-98A1-51F2C8524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A449B3-6AEF-4406-1C7D-98FC9F4C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174E01-2AE6-4669-EFD4-A14A36AE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A4F85F-9E86-898F-5398-6EB69590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75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4C58488-98F5-3BFD-C6EF-183F77728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F3DB59-B74F-B226-22D7-4AB39201C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81213-398D-CEC7-D082-8035B197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B71EAA-6ED4-CCA3-0ACA-5DD18890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E1C6FE-5D82-8D49-FDE3-9AF6F24D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932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81231FA-5C1D-C1C1-233E-42489A9F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785687-1EF5-457B-72B3-15F50B7E8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781CE5-18E6-B38C-7F35-6CC37AC35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52704-49FC-4C1E-8A13-0C957A174B8A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49E698-6194-751D-AB14-7E8E2E87A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F93E3C-D90E-884C-1B1A-012EEF57D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627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8gOafef5y8" TargetMode="External"/><Relationship Id="rId2" Type="http://schemas.openxmlformats.org/officeDocument/2006/relationships/hyperlink" Target="https://www.youtube.com/watch?v=Kf9WDqYKYQQ&amp;t=103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nvidia.com/labs/gear/gr00t-n1_5/" TargetMode="External"/><Relationship Id="rId2" Type="http://schemas.openxmlformats.org/officeDocument/2006/relationships/hyperlink" Target="https://youtu.be/m1CH-mgpdYg?si=OYEvfjEZlexIZDp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ollama.com/search" TargetMode="External"/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656094"/>
            <a:ext cx="7662333" cy="2771971"/>
          </a:xfrm>
        </p:spPr>
        <p:txBody>
          <a:bodyPr>
            <a:noAutofit/>
          </a:bodyPr>
          <a:lstStyle/>
          <a:p>
            <a:r>
              <a:rPr lang="de-DE" sz="7000" dirty="0">
                <a:latin typeface="Roboto"/>
                <a:ea typeface="Roboto"/>
                <a:cs typeface="Roboto"/>
              </a:rPr>
              <a:t>Humanoid</a:t>
            </a:r>
            <a:br>
              <a:rPr lang="de-DE" sz="7000" dirty="0">
                <a:latin typeface="Roboto"/>
                <a:ea typeface="Roboto"/>
                <a:cs typeface="Roboto"/>
              </a:rPr>
            </a:br>
            <a:r>
              <a:rPr lang="de-DE" sz="7000" dirty="0">
                <a:latin typeface="Roboto"/>
                <a:ea typeface="Roboto"/>
                <a:cs typeface="Roboto"/>
              </a:rPr>
              <a:t>Academy</a:t>
            </a:r>
            <a:br>
              <a:rPr lang="de-DE" sz="7000" dirty="0">
                <a:cs typeface="Roboto"/>
              </a:rPr>
            </a:br>
            <a:endParaRPr sz="7000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F854F072-421D-F6D1-AF56-4FA84F7FC0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50B6AC92-74F4-421E-6F1E-5B8DBB91F746}"/>
              </a:ext>
            </a:extLst>
          </p:cNvPr>
          <p:cNvSpPr txBox="1"/>
          <p:nvPr/>
        </p:nvSpPr>
        <p:spPr>
          <a:xfrm>
            <a:off x="442383" y="4428065"/>
            <a:ext cx="62695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4: Maschinelles Lernen und Anwendungen</a:t>
            </a:r>
            <a:endParaRPr lang="de-DE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>
                <a:latin typeface="Roboto"/>
                <a:ea typeface="Roboto"/>
                <a:cs typeface="Roboto"/>
              </a:rPr>
              <a:t>Zeitplan</a:t>
            </a:r>
            <a:br>
              <a:rPr lang="de-DE" dirty="0">
                <a:latin typeface="Roboto"/>
                <a:ea typeface="Roboto"/>
                <a:cs typeface="Roboto"/>
              </a:rPr>
            </a:br>
            <a:r>
              <a:rPr lang="de-DE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4</a:t>
            </a:r>
            <a:endParaRPr dirty="0"/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A7A3646A-8228-EAFE-E7BA-80672325095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  <p:graphicFrame>
        <p:nvGraphicFramePr>
          <p:cNvPr id="8" name="Content Placeholder 8">
            <a:extLst>
              <a:ext uri="{FF2B5EF4-FFF2-40B4-BE49-F238E27FC236}">
                <a16:creationId xmlns:a16="http://schemas.microsoft.com/office/drawing/2014/main" id="{E62D717B-E1D6-246D-2B56-E847A79CE4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5394725"/>
              </p:ext>
            </p:extLst>
          </p:nvPr>
        </p:nvGraphicFramePr>
        <p:xfrm>
          <a:off x="767255" y="1740065"/>
          <a:ext cx="55626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677736132"/>
                    </a:ext>
                  </a:extLst>
                </a:gridCol>
              </a:tblGrid>
              <a:tr h="347119">
                <a:tc>
                  <a:txBody>
                    <a:bodyPr/>
                    <a:lstStyle/>
                    <a:p>
                      <a:pPr algn="ctr"/>
                      <a:r>
                        <a:rPr lang="de-DE" sz="2000" b="0" i="0" u="none" strike="noStrike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Di 18.06.2026​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830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08:30 Einfinden der Teilnehmer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598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09:00 Schulungsblock 1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52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10:30 Kaffee- und Teepause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8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10:45 Schulungsblock 2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17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12:00 Mittagessen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463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13:00 Schulungsblock 3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7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14:30 Kaffee- und Teepause mit Snacks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832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15:00 Schulungsblock 4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48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16:00 Ende Tag 4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2942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133" y="147146"/>
            <a:ext cx="5562987" cy="878066"/>
          </a:xfrm>
        </p:spPr>
        <p:txBody>
          <a:bodyPr>
            <a:normAutofit fontScale="90000"/>
          </a:bodyPr>
          <a:lstStyle/>
          <a:p>
            <a:r>
              <a:rPr dirty="0" err="1"/>
              <a:t>Systemüberblick</a:t>
            </a:r>
            <a:r>
              <a:rPr dirty="0"/>
              <a:t> G1 (Tag 1 Recap)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133" y="1261533"/>
            <a:ext cx="6078579" cy="50777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 G1 Überblick &amp; </a:t>
            </a:r>
            <a:r>
              <a:rPr lang="de-DE" b="1" dirty="0" err="1"/>
              <a:t>Safety</a:t>
            </a:r>
            <a:br>
              <a:rPr lang="de-DE" dirty="0"/>
            </a:br>
            <a:r>
              <a:rPr lang="de-DE" dirty="0"/>
              <a:t> Hardware, Sensoren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dirty="0"/>
              <a:t>Verbindung &amp; Steuerung</a:t>
            </a:r>
            <a:br>
              <a:rPr lang="de-DE" dirty="0"/>
            </a:br>
            <a:r>
              <a:rPr lang="de-DE" dirty="0"/>
              <a:t> AP / Ethernet / SSH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• Programmierung</a:t>
            </a:r>
            <a:br>
              <a:rPr lang="de-DE" dirty="0"/>
            </a:br>
            <a:r>
              <a:rPr lang="de-DE" dirty="0"/>
              <a:t> SDK2, FSM, ROS2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b="1" dirty="0"/>
              <a:t>• Entwicklungsumgebung</a:t>
            </a:r>
            <a:br>
              <a:rPr lang="de-DE" dirty="0"/>
            </a:br>
            <a:r>
              <a:rPr lang="de-DE" dirty="0"/>
              <a:t> Linux, Python, </a:t>
            </a:r>
            <a:r>
              <a:rPr lang="de-DE" dirty="0" err="1"/>
              <a:t>CycloneDDS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• Tools &amp; Demos</a:t>
            </a:r>
            <a:br>
              <a:rPr lang="de-DE" dirty="0"/>
            </a:br>
            <a:r>
              <a:rPr lang="de-DE" dirty="0"/>
              <a:t> Repository, CLI, Beispielskripte</a:t>
            </a:r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DD2BA08-94F3-9534-2C52-EF7089D031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88F059-FAF3-DC0E-D330-9C82002D9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Systemüberblick G1 (Tag 2)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223CC7-4B2F-9536-63EB-D6C907B5C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Tag 2 –Loco Client and SLAM-Navigation</a:t>
            </a:r>
          </a:p>
          <a:p>
            <a:pPr marL="0" indent="0">
              <a:buNone/>
            </a:pPr>
            <a:br>
              <a:rPr lang="de-DE" dirty="0"/>
            </a:br>
            <a:endParaRPr lang="de-DE" dirty="0"/>
          </a:p>
        </p:txBody>
      </p:sp>
      <p:pic>
        <p:nvPicPr>
          <p:cNvPr id="4" name="Picture Placeholder 6">
            <a:extLst>
              <a:ext uri="{FF2B5EF4-FFF2-40B4-BE49-F238E27FC236}">
                <a16:creationId xmlns:a16="http://schemas.microsoft.com/office/drawing/2014/main" id="{9CD0E42D-3F3D-65BC-C776-CD7365748CA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000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10E9EC-06F6-140B-7C40-A34DB7DE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Systemüberblick G1 (3 </a:t>
            </a:r>
            <a:r>
              <a:rPr lang="de-DE" dirty="0" err="1"/>
              <a:t>Recap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39D0C5-50AA-6E48-06A9-C8C1FF149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666" y="1923978"/>
            <a:ext cx="5562987" cy="42836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Tag 3 – Arm, Manipulation </a:t>
            </a:r>
          </a:p>
          <a:p>
            <a:pPr marL="0" indent="0">
              <a:buNone/>
            </a:pPr>
            <a:br>
              <a:rPr lang="de-DE" dirty="0"/>
            </a:br>
            <a:r>
              <a:rPr lang="de-DE" dirty="0"/>
              <a:t>• 3-Finger </a:t>
            </a:r>
          </a:p>
          <a:p>
            <a:pPr marL="0" indent="0">
              <a:buNone/>
            </a:pPr>
            <a:br>
              <a:rPr lang="de-DE" dirty="0"/>
            </a:br>
            <a:r>
              <a:rPr lang="de-DE" dirty="0"/>
              <a:t>• Greifsteuerung(mit 3 </a:t>
            </a:r>
            <a:r>
              <a:rPr lang="de-DE" dirty="0" err="1"/>
              <a:t>finger</a:t>
            </a:r>
            <a:r>
              <a:rPr lang="de-DE" dirty="0"/>
              <a:t>)</a:t>
            </a:r>
          </a:p>
        </p:txBody>
      </p:sp>
      <p:pic>
        <p:nvPicPr>
          <p:cNvPr id="4" name="Picture Placeholder 6">
            <a:extLst>
              <a:ext uri="{FF2B5EF4-FFF2-40B4-BE49-F238E27FC236}">
                <a16:creationId xmlns:a16="http://schemas.microsoft.com/office/drawing/2014/main" id="{07A686A4-695C-3320-9C79-04D5B2DF1A5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74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Tagesziele</a:t>
            </a:r>
            <a:r>
              <a:rPr lang="de-DE" dirty="0"/>
              <a:t>(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cases</a:t>
            </a:r>
            <a:r>
              <a:rPr lang="de-DE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RL (Introduktion)</a:t>
            </a:r>
          </a:p>
          <a:p>
            <a:r>
              <a:rPr lang="de-DE" dirty="0"/>
              <a:t>VLA (Introduktion)</a:t>
            </a:r>
          </a:p>
          <a:p>
            <a:r>
              <a:rPr lang="de-DE" dirty="0"/>
              <a:t>Perzeption </a:t>
            </a:r>
          </a:p>
          <a:p>
            <a:r>
              <a:rPr lang="de-DE" dirty="0"/>
              <a:t>VLA mit G1</a:t>
            </a:r>
          </a:p>
          <a:p>
            <a:r>
              <a:rPr lang="de-DE" dirty="0"/>
              <a:t>Aufgabe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E6269730-0C5C-E809-BA59-4D857D228C7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36287A-C1DC-F620-71B2-BAD656F4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RL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055625-9399-D890-6324-575A504DA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>
                <a:hlinkClick r:id="rId2"/>
              </a:rPr>
              <a:t>https://www.youtube.com/watch?v=Kf9WDqYKYQQ&amp;t=103s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Footstep</a:t>
            </a:r>
            <a:r>
              <a:rPr lang="de-DE" dirty="0"/>
              <a:t> Learning: </a:t>
            </a:r>
            <a:r>
              <a:rPr lang="de-DE" dirty="0">
                <a:hlinkClick r:id="rId3"/>
              </a:rPr>
              <a:t>https://www.youtube.com/watch?v=U8gOafef5y8</a:t>
            </a:r>
            <a:endParaRPr lang="de-DE" dirty="0"/>
          </a:p>
        </p:txBody>
      </p:sp>
      <p:pic>
        <p:nvPicPr>
          <p:cNvPr id="4" name="Picture Placeholder 6">
            <a:extLst>
              <a:ext uri="{FF2B5EF4-FFF2-40B4-BE49-F238E27FC236}">
                <a16:creationId xmlns:a16="http://schemas.microsoft.com/office/drawing/2014/main" id="{3197F985-AECD-307A-62C4-0200CA6AF0C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09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3CE330E-3697-22C2-9AA7-9AF3D37E96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16" y="1668844"/>
            <a:ext cx="5351883" cy="428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2E57248-7F91-9958-C001-6CA9E0570008}"/>
              </a:ext>
            </a:extLst>
          </p:cNvPr>
          <p:cNvSpPr txBox="1"/>
          <p:nvPr/>
        </p:nvSpPr>
        <p:spPr>
          <a:xfrm>
            <a:off x="449317" y="685088"/>
            <a:ext cx="5351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RIENFORCEMENT LEARNING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D314388-CCD2-6ACC-6F45-F166DB786373}"/>
              </a:ext>
            </a:extLst>
          </p:cNvPr>
          <p:cNvSpPr txBox="1"/>
          <p:nvPr/>
        </p:nvSpPr>
        <p:spPr>
          <a:xfrm>
            <a:off x="6625458" y="606972"/>
            <a:ext cx="62352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Agent</a:t>
            </a:r>
            <a:r>
              <a:rPr lang="en-US" dirty="0">
                <a:solidFill>
                  <a:schemeClr val="bg1"/>
                </a:solidFill>
              </a:rPr>
              <a:t> – the learner (e.g., a robot)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Environment</a:t>
            </a:r>
            <a:r>
              <a:rPr lang="en-US" dirty="0">
                <a:solidFill>
                  <a:schemeClr val="bg1"/>
                </a:solidFill>
              </a:rPr>
              <a:t> – where the agent 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Actions</a:t>
            </a:r>
            <a:r>
              <a:rPr lang="en-US" dirty="0">
                <a:solidFill>
                  <a:schemeClr val="bg1"/>
                </a:solidFill>
              </a:rPr>
              <a:t> – things the agent can 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States &amp; Rewards</a:t>
            </a:r>
            <a:r>
              <a:rPr lang="en-US" dirty="0">
                <a:solidFill>
                  <a:schemeClr val="bg1"/>
                </a:solidFill>
              </a:rPr>
              <a:t> – feedback that teaches </a:t>
            </a:r>
          </a:p>
          <a:p>
            <a:r>
              <a:rPr lang="en-US" dirty="0">
                <a:solidFill>
                  <a:schemeClr val="bg1"/>
                </a:solidFill>
              </a:rPr>
              <a:t>      good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Policy</a:t>
            </a:r>
            <a:r>
              <a:rPr lang="en-US" dirty="0">
                <a:solidFill>
                  <a:schemeClr val="bg1"/>
                </a:solidFill>
              </a:rPr>
              <a:t> – what strategy the agent uses to</a:t>
            </a:r>
          </a:p>
          <a:p>
            <a:r>
              <a:rPr lang="en-US" dirty="0">
                <a:solidFill>
                  <a:schemeClr val="bg1"/>
                </a:solidFill>
              </a:rPr>
              <a:t>      choose actions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Goal</a:t>
            </a:r>
            <a:r>
              <a:rPr lang="en-US" dirty="0">
                <a:solidFill>
                  <a:schemeClr val="bg1"/>
                </a:solidFill>
              </a:rPr>
              <a:t> – maximize cumulative reward</a:t>
            </a:r>
          </a:p>
          <a:p>
            <a:r>
              <a:rPr lang="en-US" dirty="0">
                <a:solidFill>
                  <a:schemeClr val="bg1"/>
                </a:solidFill>
              </a:rPr>
              <a:t>a machine-learning paradigm where a learner</a:t>
            </a:r>
          </a:p>
          <a:p>
            <a:r>
              <a:rPr lang="en-US" dirty="0">
                <a:solidFill>
                  <a:schemeClr val="bg1"/>
                </a:solidFill>
              </a:rPr>
              <a:t>interacts with an environment and improves</a:t>
            </a:r>
          </a:p>
          <a:p>
            <a:r>
              <a:rPr lang="en-US" dirty="0">
                <a:solidFill>
                  <a:schemeClr val="bg1"/>
                </a:solidFill>
              </a:rPr>
              <a:t>by receiving rewards from its actions.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Example analogy:</a:t>
            </a:r>
            <a:r>
              <a:rPr lang="en-US" dirty="0">
                <a:solidFill>
                  <a:schemeClr val="bg1"/>
                </a:solidFill>
              </a:rPr>
              <a:t> -reward good behavior, ignore bad behavior.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FCBA4B7-A6D4-8C47-D90B-E87D6CFFE630}"/>
              </a:ext>
            </a:extLst>
          </p:cNvPr>
          <p:cNvSpPr txBox="1"/>
          <p:nvPr/>
        </p:nvSpPr>
        <p:spPr>
          <a:xfrm>
            <a:off x="997169" y="6274481"/>
            <a:ext cx="644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Reinforcement Learning = Learning from Reward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716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DAABC2-A25E-53CF-6EF3-338F7D7E7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04" y="73574"/>
            <a:ext cx="5562987" cy="878066"/>
          </a:xfrm>
        </p:spPr>
        <p:txBody>
          <a:bodyPr/>
          <a:lstStyle/>
          <a:p>
            <a:r>
              <a:rPr lang="de-DE" dirty="0"/>
              <a:t>EXAMPLE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55CCCB-3F80-B0AA-803A-BDC4A7B5E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876" y="1164475"/>
            <a:ext cx="11556124" cy="513692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Teaching a Robot to Walk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What does the robot see?</a:t>
            </a:r>
          </a:p>
          <a:p>
            <a:r>
              <a:rPr lang="en-US" dirty="0"/>
              <a:t>Joint angles</a:t>
            </a:r>
          </a:p>
          <a:p>
            <a:r>
              <a:rPr lang="en-US" dirty="0"/>
              <a:t>Balance (IMU)</a:t>
            </a:r>
          </a:p>
          <a:p>
            <a:r>
              <a:rPr lang="en-US" dirty="0"/>
              <a:t>Speed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What does it control?</a:t>
            </a:r>
          </a:p>
          <a:p>
            <a:r>
              <a:rPr lang="en-US" dirty="0"/>
              <a:t>Motor torques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What reward does it get?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Move forward</a:t>
            </a:r>
          </a:p>
          <a:p>
            <a:r>
              <a:rPr lang="en-US" dirty="0"/>
              <a:t>Stay upright</a:t>
            </a:r>
          </a:p>
          <a:p>
            <a:r>
              <a:rPr lang="en-US" dirty="0"/>
              <a:t> Fall down</a:t>
            </a:r>
          </a:p>
          <a:p>
            <a:endParaRPr lang="de-DE" dirty="0"/>
          </a:p>
        </p:txBody>
      </p:sp>
      <p:pic>
        <p:nvPicPr>
          <p:cNvPr id="6146" name="Picture 2" descr="Literature Review] Gait-Conditioned Reinforcement Learning with Multi-Phase  Curriculum for Humanoid Locomotion">
            <a:extLst>
              <a:ext uri="{FF2B5EF4-FFF2-40B4-BE49-F238E27FC236}">
                <a16:creationId xmlns:a16="http://schemas.microsoft.com/office/drawing/2014/main" id="{9F1A13C0-7B1F-544D-5DF9-E7D13C359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715" y="867331"/>
            <a:ext cx="5446927" cy="414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0829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icrosoftTeams-video" descr="Ein Bild, das Screenshot, Schuhwerk, Actionfigur, draußen enthält.&#10;&#10;KI-generierte Inhalte können fehlerhaft sein.">
            <a:hlinkClick r:id="" action="ppaction://media"/>
            <a:extLst>
              <a:ext uri="{FF2B5EF4-FFF2-40B4-BE49-F238E27FC236}">
                <a16:creationId xmlns:a16="http://schemas.microsoft.com/office/drawing/2014/main" id="{F0DE0294-0D2D-9440-95E1-64C9A305B23D}"/>
              </a:ext>
            </a:extLst>
          </p:cNvPr>
          <p:cNvPicPr>
            <a:picLocks noGrp="1" noChangeAspect="1"/>
          </p:cNvPicPr>
          <p:nvPr>
            <p:ph type="pic"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50014" y="643466"/>
            <a:ext cx="669197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1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6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302BF-965C-3727-6672-FFCB1FEE9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13" y="231230"/>
            <a:ext cx="5562987" cy="878066"/>
          </a:xfrm>
        </p:spPr>
        <p:txBody>
          <a:bodyPr>
            <a:normAutofit fontScale="90000"/>
          </a:bodyPr>
          <a:lstStyle/>
          <a:p>
            <a:r>
              <a:rPr lang="de-DE" dirty="0"/>
              <a:t>Training Happens in Simulation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B9A98C-3396-20F8-6EE4-745235069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13" y="1471448"/>
            <a:ext cx="10000593" cy="48715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we trained on the real robot,</a:t>
            </a:r>
            <a:br>
              <a:rPr lang="en-US" dirty="0"/>
            </a:br>
            <a:r>
              <a:rPr lang="en-US" dirty="0"/>
              <a:t>it would fall “10,000 times.”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use simulation:</a:t>
            </a:r>
          </a:p>
          <a:p>
            <a:r>
              <a:rPr lang="en-US" dirty="0"/>
              <a:t>Safe</a:t>
            </a:r>
          </a:p>
          <a:p>
            <a:r>
              <a:rPr lang="en-US" dirty="0"/>
              <a:t>Fast</a:t>
            </a:r>
          </a:p>
          <a:p>
            <a:r>
              <a:rPr lang="en-US" dirty="0"/>
              <a:t>Cheap</a:t>
            </a:r>
          </a:p>
          <a:p>
            <a:endParaRPr lang="de-DE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B5783FB-667A-C37A-CD03-B39EE28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491" y="1671145"/>
            <a:ext cx="5952474" cy="3348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1002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40D299-2746-F05F-DFB3-03B2EDFC0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10" y="302174"/>
            <a:ext cx="5562987" cy="878066"/>
          </a:xfrm>
        </p:spPr>
        <p:txBody>
          <a:bodyPr/>
          <a:lstStyle/>
          <a:p>
            <a:r>
              <a:rPr lang="de-DE" dirty="0"/>
              <a:t>How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Improves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32F32D-DF12-9417-98EF-F0BB7F00E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32186"/>
            <a:ext cx="10610192" cy="47769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Try random actions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Get reward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Adjust neural network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Try again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Over millions of tries → becomes stable.</a:t>
            </a:r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297B88A0-E1E4-8BFE-49B1-FFF733EB133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48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F759B-8B76-64D3-2021-A2DFF8669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REAL ROBOT EXAMPLE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2CD8F0-33F3-2406-6911-B9C3301B2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365" y="1849821"/>
            <a:ext cx="5562987" cy="4283678"/>
          </a:xfrm>
        </p:spPr>
        <p:txBody>
          <a:bodyPr/>
          <a:lstStyle/>
          <a:p>
            <a:r>
              <a:rPr lang="en-US" dirty="0"/>
              <a:t>Simulation → Train → Copy brain to robot → Walk.</a:t>
            </a:r>
            <a:endParaRPr lang="de-D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3C3885C-74CB-0AE6-E228-F74A11437920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384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D4FAA4-3F11-A9DF-2E90-90E909D4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RL </a:t>
            </a:r>
            <a:r>
              <a:rPr lang="de-DE" dirty="0" err="1"/>
              <a:t>is</a:t>
            </a:r>
            <a:r>
              <a:rPr lang="de-DE" dirty="0"/>
              <a:t> Powerful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30A74B-95B6-C140-DBDC-B78D92172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510"/>
            <a:ext cx="11206655" cy="4306613"/>
          </a:xfrm>
        </p:spPr>
        <p:txBody>
          <a:bodyPr/>
          <a:lstStyle/>
          <a:p>
            <a:r>
              <a:rPr lang="en-US" dirty="0"/>
              <a:t>Can learn walking</a:t>
            </a:r>
          </a:p>
          <a:p>
            <a:r>
              <a:rPr lang="en-US" dirty="0"/>
              <a:t>Can learn jumping</a:t>
            </a:r>
          </a:p>
          <a:p>
            <a:r>
              <a:rPr lang="en-US" dirty="0"/>
              <a:t>Can learn recovery</a:t>
            </a:r>
          </a:p>
          <a:p>
            <a:r>
              <a:rPr lang="en-US" dirty="0"/>
              <a:t>Can adapt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We don’t tell it how to walk.</a:t>
            </a:r>
            <a:br>
              <a:rPr lang="en-US" b="1" dirty="0"/>
            </a:br>
            <a:r>
              <a:rPr lang="en-US" b="1" dirty="0"/>
              <a:t>We tell it what we want.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275642D-FDF5-F0A8-F8F2-F76B228CE6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172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2D68BD-1F90-581E-3578-00FE85AC1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23" y="600778"/>
            <a:ext cx="5562987" cy="878066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Step-by-Step</a:t>
            </a:r>
            <a:r>
              <a:rPr lang="de-DE" dirty="0"/>
              <a:t> Working </a:t>
            </a:r>
            <a:r>
              <a:rPr lang="de-DE" dirty="0" err="1"/>
              <a:t>Process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B9AD19-38C2-8374-A8FF-517856E3F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1 – Observe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The robot reads sensors:</a:t>
            </a:r>
          </a:p>
          <a:p>
            <a:r>
              <a:rPr lang="en-US" dirty="0"/>
              <a:t>Joint positions</a:t>
            </a:r>
          </a:p>
          <a:p>
            <a:r>
              <a:rPr lang="en-US" dirty="0"/>
              <a:t>Joint velocities</a:t>
            </a:r>
          </a:p>
          <a:p>
            <a:r>
              <a:rPr lang="en-US" dirty="0"/>
              <a:t>IMU (tilt, balance)</a:t>
            </a:r>
          </a:p>
          <a:p>
            <a:r>
              <a:rPr lang="en-US" dirty="0"/>
              <a:t>Target direction</a:t>
            </a:r>
          </a:p>
          <a:p>
            <a:r>
              <a:rPr lang="en-US" dirty="0"/>
              <a:t>This is called the </a:t>
            </a:r>
            <a:r>
              <a:rPr lang="en-US" b="1" dirty="0"/>
              <a:t>state</a:t>
            </a:r>
            <a:r>
              <a:rPr lang="en-US" dirty="0"/>
              <a:t>.</a:t>
            </a:r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D932984C-E9FC-AA85-E003-F929882B95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437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3E387D-2B2F-F761-7982-16B59767B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neural network (the "brain") decides:</a:t>
            </a:r>
          </a:p>
          <a:p>
            <a:r>
              <a:rPr lang="en-US" dirty="0"/>
              <a:t>How much torque to send to each motor</a:t>
            </a:r>
          </a:p>
          <a:p>
            <a:r>
              <a:rPr lang="en-US" dirty="0"/>
              <a:t>That is the </a:t>
            </a:r>
            <a:r>
              <a:rPr lang="en-US" b="1" dirty="0"/>
              <a:t>action</a:t>
            </a:r>
            <a:r>
              <a:rPr lang="en-US" dirty="0"/>
              <a:t>.</a:t>
            </a:r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3E0D1B63-B381-55CE-B701-2A7C7F7003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548D4A9-F9F1-1770-D4C0-C000F158B84E}"/>
              </a:ext>
            </a:extLst>
          </p:cNvPr>
          <p:cNvSpPr txBox="1"/>
          <p:nvPr/>
        </p:nvSpPr>
        <p:spPr>
          <a:xfrm>
            <a:off x="721273" y="516900"/>
            <a:ext cx="62352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Step 2 – Take Action</a:t>
            </a:r>
          </a:p>
        </p:txBody>
      </p:sp>
    </p:spTree>
    <p:extLst>
      <p:ext uri="{BB962C8B-B14F-4D97-AF65-F5344CB8AC3E}">
        <p14:creationId xmlns:p14="http://schemas.microsoft.com/office/powerpoint/2010/main" val="36577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D7F96C-F062-6187-297C-2E710B21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3 – Get Reward</a:t>
            </a:r>
            <a:br>
              <a:rPr lang="en-US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1F3ADC-2A8B-F464-A1C9-A3199259A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After moving:</a:t>
            </a:r>
          </a:p>
          <a:p>
            <a:r>
              <a:rPr lang="en-US" dirty="0"/>
              <a:t>If robot stays upright → + reward</a:t>
            </a:r>
          </a:p>
          <a:p>
            <a:r>
              <a:rPr lang="en-US" dirty="0"/>
              <a:t>If robot moves forward → + reward</a:t>
            </a:r>
          </a:p>
          <a:p>
            <a:r>
              <a:rPr lang="en-US" dirty="0"/>
              <a:t>If robot falls → big penalty</a:t>
            </a:r>
          </a:p>
          <a:p>
            <a:r>
              <a:rPr lang="en-US" dirty="0"/>
              <a:t>This is the </a:t>
            </a:r>
            <a:r>
              <a:rPr lang="en-US" b="1" dirty="0"/>
              <a:t>reward</a:t>
            </a:r>
            <a:r>
              <a:rPr lang="en-US" dirty="0"/>
              <a:t>.</a:t>
            </a:r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2EE99833-93F3-C34D-9C98-C62D883870F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94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D61E84-BE1A-1711-E1A3-65207BF2F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4 – Improve the Brain</a:t>
            </a:r>
            <a:br>
              <a:rPr lang="en-US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66C285-E20F-A738-62DF-F3046FD89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learning algorithm checks:</a:t>
            </a:r>
          </a:p>
          <a:p>
            <a:r>
              <a:rPr lang="en-US" dirty="0"/>
              <a:t>“Did this action increase reward?”</a:t>
            </a:r>
          </a:p>
          <a:p>
            <a:r>
              <a:rPr lang="en-US" dirty="0"/>
              <a:t>If yes → make this behavior stronger.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no → adjust network.</a:t>
            </a:r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BEEC4054-981F-D3B9-76FD-FC68A8DC5E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943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98B49E-0C54-F9B7-B63E-5045A88A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5 – Repeat Millions of Times</a:t>
            </a:r>
            <a:br>
              <a:rPr lang="en-US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3B4EC5-CEF1-BC10-7C76-8D618F3A0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robot: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Fails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Adjusts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Tries again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After millions of steps → stable walking.</a:t>
            </a:r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980AB40E-ED45-E0FF-F576-E3E89C34D7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92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D8A82B-70F0-7285-87CF-F0E8025D6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 Used in Reinforcement Learning for Robots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5641E9-E435-4303-D2EE-A04CD77DF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724" y="2007477"/>
            <a:ext cx="5562987" cy="4283678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Common Simulators:</a:t>
            </a:r>
          </a:p>
          <a:p>
            <a:r>
              <a:rPr lang="de-DE" b="1" dirty="0" err="1"/>
              <a:t>MuJoCo</a:t>
            </a:r>
            <a:endParaRPr lang="de-DE" dirty="0"/>
          </a:p>
          <a:p>
            <a:r>
              <a:rPr lang="de-DE" b="1" dirty="0"/>
              <a:t>Isaac </a:t>
            </a:r>
            <a:r>
              <a:rPr lang="de-DE" b="1" dirty="0" err="1"/>
              <a:t>Gym</a:t>
            </a:r>
            <a:endParaRPr lang="de-DE" dirty="0"/>
          </a:p>
          <a:p>
            <a:r>
              <a:rPr lang="de-DE" b="1" dirty="0" err="1"/>
              <a:t>PyBullet</a:t>
            </a:r>
            <a:endParaRPr lang="de-DE" dirty="0"/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A034DBE7-E13D-FDA3-C1AB-2736AEC4D6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66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30A5E7-E255-B07B-BB0C-CCBEAD760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Machine</a:t>
            </a:r>
            <a:r>
              <a:rPr lang="de-DE" dirty="0"/>
              <a:t> Learning Frameworks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20BCB0-DD64-36F9-A6EB-594AF45D7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train neural networks: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TensorFlow</a:t>
            </a:r>
          </a:p>
          <a:p>
            <a:endParaRPr lang="en-US" dirty="0"/>
          </a:p>
          <a:p>
            <a:r>
              <a:rPr lang="en-US" dirty="0"/>
              <a:t>Updates the  neural network</a:t>
            </a:r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53CAEE08-5F4F-4288-F27A-4879DE85CB4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373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6E590F-CF73-54B2-9966-0E50B0EF5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946"/>
            <a:ext cx="7787640" cy="878066"/>
          </a:xfrm>
        </p:spPr>
        <p:txBody>
          <a:bodyPr>
            <a:normAutofit/>
          </a:bodyPr>
          <a:lstStyle/>
          <a:p>
            <a:r>
              <a:rPr lang="de-DE" dirty="0"/>
              <a:t>Py Torch Vs </a:t>
            </a:r>
            <a:r>
              <a:rPr lang="de-DE" dirty="0" err="1"/>
              <a:t>TensorFlow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ABBD772-848A-0357-2EFD-580E76B65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918" y="2942094"/>
            <a:ext cx="9710169" cy="173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58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2BD2F8-9BCC-B8EA-CF72-8F43B76B4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RL </a:t>
            </a:r>
            <a:r>
              <a:rPr lang="de-DE" dirty="0" err="1"/>
              <a:t>Algorithms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610ECA-3C94-D690-E9FF-9DEBB6C1D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PPO (Proximal Policy Optimization)</a:t>
            </a:r>
          </a:p>
          <a:p>
            <a:r>
              <a:rPr lang="en-US" dirty="0"/>
              <a:t>SAC(Soft Actor Critic)</a:t>
            </a:r>
          </a:p>
          <a:p>
            <a:r>
              <a:rPr lang="en-US" dirty="0"/>
              <a:t>DDPG(</a:t>
            </a:r>
            <a:r>
              <a:rPr lang="de-DE" dirty="0"/>
              <a:t>Deep </a:t>
            </a:r>
            <a:r>
              <a:rPr lang="de-DE" dirty="0" err="1"/>
              <a:t>Deterministic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Policy Gradient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PPO is stable and widely used for walking robots.</a:t>
            </a:r>
          </a:p>
          <a:p>
            <a:endParaRPr lang="de-DE" dirty="0"/>
          </a:p>
        </p:txBody>
      </p:sp>
      <p:pic>
        <p:nvPicPr>
          <p:cNvPr id="9" name="Grafik 8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0C8077EF-298B-8764-3F2F-5E016D5AF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032" y="2377964"/>
            <a:ext cx="6666815" cy="116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803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27B62043-ED03-06F0-D510-B00D50A2F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83" y="1525917"/>
            <a:ext cx="11439433" cy="420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63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D8F72D-B37C-D272-7275-0822B26DE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Robot Middleware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89BA1DB-844C-F4B3-F053-8A9F513A3F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99296"/>
            <a:ext cx="520206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ROS / ROS2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Custom SDK (like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cs typeface="Roboto" panose="02000000000000000000" pitchFamily="2" charset="0"/>
              </a:rPr>
              <a:t>Unitree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 SDK)</a:t>
            </a:r>
          </a:p>
        </p:txBody>
      </p:sp>
      <p:pic>
        <p:nvPicPr>
          <p:cNvPr id="6" name="Picture Placeholder 6">
            <a:extLst>
              <a:ext uri="{FF2B5EF4-FFF2-40B4-BE49-F238E27FC236}">
                <a16:creationId xmlns:a16="http://schemas.microsoft.com/office/drawing/2014/main" id="{70B54126-8E92-CD70-37D3-2C13848CB0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22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EE7962-F386-48DC-717D-CE28BB4A5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Hardware </a:t>
            </a:r>
            <a:r>
              <a:rPr lang="de-DE" dirty="0" err="1"/>
              <a:t>Needed</a:t>
            </a:r>
            <a:endParaRPr lang="de-DE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86CA4CD-D397-3B47-84BF-4A9AF552EC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7255" y="1860304"/>
            <a:ext cx="423385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GPU (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cs typeface="Roboto" panose="02000000000000000000" pitchFamily="2" charset="0"/>
              </a:rPr>
              <a:t>for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cs typeface="Roboto" panose="02000000000000000000" pitchFamily="2" charset="0"/>
              </a:rPr>
              <a:t>training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Real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cs typeface="Roboto" panose="02000000000000000000" pitchFamily="2" charset="0"/>
              </a:rPr>
              <a:t>robot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cs typeface="Roboto" panose="02000000000000000000" pitchFamily="2" charset="0"/>
              </a:rPr>
              <a:t>platform</a:t>
            </a:r>
            <a:endParaRPr kumimoji="0" lang="de-DE" altLang="de-DE" b="0" i="0" u="none" strike="noStrike" cap="none" normalizeH="0" baseline="0" dirty="0">
              <a:ln>
                <a:noFill/>
              </a:ln>
              <a:effectLst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Sensors (IMU,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cs typeface="Roboto" panose="02000000000000000000" pitchFamily="2" charset="0"/>
              </a:rPr>
              <a:t>encoders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)</a:t>
            </a:r>
          </a:p>
        </p:txBody>
      </p:sp>
      <p:pic>
        <p:nvPicPr>
          <p:cNvPr id="8" name="Picture Placeholder 6">
            <a:extLst>
              <a:ext uri="{FF2B5EF4-FFF2-40B4-BE49-F238E27FC236}">
                <a16:creationId xmlns:a16="http://schemas.microsoft.com/office/drawing/2014/main" id="{74E87FCD-1D84-CF66-9277-3AC31E5FB22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  <p:pic>
        <p:nvPicPr>
          <p:cNvPr id="11" name="Grafik 10" descr="Ein Bild, das Text, Logo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A1F24503-FC0B-2EF1-2C08-C7065EA6E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75" y="3692633"/>
            <a:ext cx="3553810" cy="236920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AD3F4E8-31A8-0232-E288-90D4CDC6E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4320" y="4033394"/>
            <a:ext cx="324990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NVIDIA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GeForce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RTX 3060 / 3080 / 4090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NVIDIA A100 (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center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47567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274D15D4-0311-D901-C3E9-89832D342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3" y="134006"/>
            <a:ext cx="3981231" cy="597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94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747A23-7CD6-0AF2-939A-4437FB09B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VLA ??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4AB7BC-5542-7E98-A41E-84FE1DB82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https://youtu.be/m1CH-mgpdYg?si=OYEvfjEZlexIZDpO</a:t>
            </a:r>
            <a:endParaRPr lang="de-DE" dirty="0"/>
          </a:p>
          <a:p>
            <a:endParaRPr lang="de-DE" dirty="0"/>
          </a:p>
          <a:p>
            <a:r>
              <a:rPr lang="de-DE" dirty="0">
                <a:hlinkClick r:id="rId3"/>
              </a:rPr>
              <a:t>https://research.nvidia.com/labs/gear/gr00t-n1_5/</a:t>
            </a:r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437509FC-8F42-9299-A82D-76299CD619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26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Vision-Language-Action (VLA)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Vision → </a:t>
            </a:r>
            <a:r>
              <a:rPr dirty="0" err="1"/>
              <a:t>Wahrnehmung</a:t>
            </a:r>
            <a:r>
              <a:rPr dirty="0"/>
              <a:t> (Kamera)</a:t>
            </a:r>
          </a:p>
          <a:p>
            <a:pPr marL="0" indent="0">
              <a:buNone/>
            </a:pPr>
            <a:r>
              <a:rPr dirty="0"/>
              <a:t>• Language → </a:t>
            </a:r>
            <a:r>
              <a:rPr dirty="0" err="1"/>
              <a:t>Verständnis</a:t>
            </a:r>
            <a:r>
              <a:rPr dirty="0"/>
              <a:t> (</a:t>
            </a:r>
            <a:r>
              <a:rPr dirty="0" err="1"/>
              <a:t>Befehl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Action → </a:t>
            </a:r>
            <a:r>
              <a:rPr dirty="0" err="1"/>
              <a:t>Ausführung</a:t>
            </a:r>
            <a:r>
              <a:rPr dirty="0"/>
              <a:t> (</a:t>
            </a:r>
            <a:r>
              <a:rPr dirty="0" err="1"/>
              <a:t>Roboter</a:t>
            </a:r>
            <a:r>
              <a:rPr dirty="0"/>
              <a:t>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Beispiel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"Pick the box" → </a:t>
            </a:r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erkennen</a:t>
            </a:r>
            <a:r>
              <a:rPr dirty="0"/>
              <a:t> → </a:t>
            </a:r>
            <a:r>
              <a:rPr dirty="0" err="1"/>
              <a:t>Greifen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4241BEA2-6C12-96AD-C74C-20F9D4CC33A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647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VLA Pipeline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4946AD5-7BEF-AC0C-AABF-A8205DF39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532" y="451946"/>
            <a:ext cx="3823548" cy="573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7418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Wahrnehmung (Perception)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RGB / Depth Kamera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Objekterkennung</a:t>
            </a:r>
            <a:endParaRPr dirty="0"/>
          </a:p>
          <a:p>
            <a:pPr marL="0" indent="0">
              <a:buNone/>
            </a:pPr>
            <a:r>
              <a:rPr dirty="0"/>
              <a:t>• Bounding Box / </a:t>
            </a:r>
            <a:r>
              <a:rPr dirty="0" err="1"/>
              <a:t>Segmentierung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7DA8E5B4-0DA7-6580-C3F6-00A2926A815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976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Sprachverarbeitung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Eingabe</a:t>
            </a:r>
            <a:r>
              <a:rPr dirty="0"/>
              <a:t>: "Pick the bottle"</a:t>
            </a:r>
          </a:p>
          <a:p>
            <a:pPr marL="0" indent="0">
              <a:buNone/>
            </a:pPr>
            <a:r>
              <a:rPr dirty="0"/>
              <a:t>• Modell </a:t>
            </a:r>
            <a:r>
              <a:rPr dirty="0" err="1"/>
              <a:t>interpretiert</a:t>
            </a:r>
            <a:r>
              <a:rPr dirty="0"/>
              <a:t> Aufgabe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Generiert</a:t>
            </a:r>
            <a:r>
              <a:rPr dirty="0"/>
              <a:t> </a:t>
            </a:r>
            <a:r>
              <a:rPr dirty="0" err="1"/>
              <a:t>Aktionen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9B50BC6C-F8B1-1867-CAF5-D0313BA5F9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78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166E57-70E1-3D07-4B34-00D89DF2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VLA </a:t>
            </a:r>
            <a:r>
              <a:rPr lang="de-DE" dirty="0" err="1"/>
              <a:t>vs</a:t>
            </a:r>
            <a:r>
              <a:rPr lang="de-DE" dirty="0"/>
              <a:t> RL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ABA4BCE3-E3E0-E6B1-764E-89A5C322C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466" y="1781580"/>
            <a:ext cx="9341733" cy="453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895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EB2B78-23F1-72B0-CE08-86177B5E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KI Integration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924638-1BB5-4DCF-251C-35FA37CB6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Kostenlose Sprachmodelle</a:t>
            </a:r>
          </a:p>
          <a:p>
            <a:r>
              <a:rPr lang="de-DE" dirty="0" err="1"/>
              <a:t>Huggingface</a:t>
            </a:r>
            <a:endParaRPr lang="de-DE" dirty="0"/>
          </a:p>
          <a:p>
            <a:pPr lvl="1"/>
            <a:r>
              <a:rPr lang="de-DE" dirty="0">
                <a:hlinkClick r:id="rId2"/>
              </a:rPr>
              <a:t>https://huggingface.co/</a:t>
            </a:r>
            <a:endParaRPr lang="de-DE" dirty="0"/>
          </a:p>
          <a:p>
            <a:r>
              <a:rPr lang="de-DE" dirty="0" err="1"/>
              <a:t>Ollama</a:t>
            </a:r>
            <a:endParaRPr lang="de-DE" dirty="0"/>
          </a:p>
          <a:p>
            <a:pPr lvl="1"/>
            <a:r>
              <a:rPr lang="de-DE" dirty="0">
                <a:hlinkClick r:id="rId3"/>
              </a:rPr>
              <a:t>https://ollama.com/search</a:t>
            </a:r>
            <a:endParaRPr lang="de-DE" dirty="0"/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8ECA6342-EF88-71EC-D7A7-41025EBC97A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5076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9E5C4-101F-1449-DF8F-84478EA1D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Aufgabe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F849B1-5AC7-93D0-02DE-36F8953BC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Chat Modus erstellen</a:t>
            </a:r>
          </a:p>
          <a:p>
            <a:pPr lvl="1"/>
            <a:r>
              <a:rPr lang="de-DE" dirty="0" err="1"/>
              <a:t>Mikrophonzugriff</a:t>
            </a:r>
            <a:r>
              <a:rPr lang="de-DE" dirty="0"/>
              <a:t> (</a:t>
            </a:r>
            <a:r>
              <a:rPr lang="de-DE" dirty="0" err="1"/>
              <a:t>wake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mode</a:t>
            </a:r>
            <a:r>
              <a:rPr lang="de-DE" dirty="0"/>
              <a:t>)</a:t>
            </a:r>
          </a:p>
          <a:p>
            <a:pPr lvl="2"/>
            <a:r>
              <a:rPr lang="de-DE" dirty="0"/>
              <a:t>Ros2 </a:t>
            </a:r>
            <a:r>
              <a:rPr lang="de-DE" dirty="0" err="1"/>
              <a:t>topic</a:t>
            </a:r>
            <a:r>
              <a:rPr lang="de-DE" dirty="0"/>
              <a:t> echo /</a:t>
            </a:r>
            <a:r>
              <a:rPr lang="de-DE" dirty="0" err="1"/>
              <a:t>audio_msg</a:t>
            </a:r>
            <a:endParaRPr lang="de-DE" dirty="0"/>
          </a:p>
          <a:p>
            <a:pPr lvl="1"/>
            <a:r>
              <a:rPr lang="de-DE" dirty="0"/>
              <a:t>Verknüpfung mit dem </a:t>
            </a:r>
            <a:r>
              <a:rPr lang="de-DE" dirty="0" err="1"/>
              <a:t>ollama</a:t>
            </a:r>
            <a:r>
              <a:rPr lang="de-DE" dirty="0"/>
              <a:t> qwen3.5:9b </a:t>
            </a:r>
            <a:r>
              <a:rPr lang="de-DE" dirty="0" err="1"/>
              <a:t>or</a:t>
            </a:r>
            <a:r>
              <a:rPr lang="de-DE"/>
              <a:t> gemma3:1b </a:t>
            </a:r>
            <a:r>
              <a:rPr lang="de-DE" dirty="0"/>
              <a:t>Sprachmodel (durch </a:t>
            </a:r>
            <a:r>
              <a:rPr lang="de-DE" dirty="0" err="1"/>
              <a:t>codex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Das </a:t>
            </a:r>
            <a:r>
              <a:rPr lang="de-DE" dirty="0" err="1"/>
              <a:t>ollama</a:t>
            </a:r>
            <a:r>
              <a:rPr lang="de-DE" dirty="0"/>
              <a:t> </a:t>
            </a:r>
            <a:r>
              <a:rPr lang="de-DE" dirty="0" err="1"/>
              <a:t>modell</a:t>
            </a:r>
            <a:r>
              <a:rPr lang="de-DE" dirty="0"/>
              <a:t> läuft über 127.0.0.1:11434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06E00C0F-2F10-F3E8-CDEA-CDB81B706F8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5729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8B904-E617-23D7-B4FE-B874976B0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CD98AB-97D4-0D6A-795B-68FC6ECA8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Aufgabe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808A9E-F002-60AD-307E-00F2ACB56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511"/>
            <a:ext cx="6595533" cy="4283678"/>
          </a:xfrm>
        </p:spPr>
        <p:txBody>
          <a:bodyPr/>
          <a:lstStyle/>
          <a:p>
            <a:r>
              <a:rPr lang="de-DE" dirty="0"/>
              <a:t>Chat </a:t>
            </a:r>
            <a:r>
              <a:rPr lang="de-DE" dirty="0" err="1"/>
              <a:t>modus</a:t>
            </a:r>
            <a:r>
              <a:rPr lang="de-DE" dirty="0"/>
              <a:t> mit Kenntnisse erweitern</a:t>
            </a:r>
          </a:p>
          <a:p>
            <a:pPr lvl="1"/>
            <a:r>
              <a:rPr lang="de-DE" dirty="0"/>
              <a:t>Mit </a:t>
            </a:r>
            <a:r>
              <a:rPr lang="de-DE" dirty="0" err="1"/>
              <a:t>codex</a:t>
            </a:r>
            <a:r>
              <a:rPr lang="de-DE" dirty="0"/>
              <a:t> einen RAG Ansatz zur Ergänzung vom Chatbot mit der verfügbaren </a:t>
            </a:r>
            <a:r>
              <a:rPr lang="de-DE" dirty="0" err="1"/>
              <a:t>robot_modules_knowledge.sample.json</a:t>
            </a:r>
            <a:r>
              <a:rPr lang="de-DE" dirty="0"/>
              <a:t> Datei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8230B8ED-FEA2-2ABA-142C-A6A252D1147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4414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2A5AC-9040-ACE5-6999-99194D61A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15338D66-2E1F-C81C-4EFA-ADAFFA0F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1806"/>
            <a:ext cx="12446000" cy="768194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Objekterkennung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99991A8-F9B5-C0D3-3E60-460C69FC5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843" y="3652964"/>
            <a:ext cx="3633383" cy="248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3A24971-573F-EB5A-23C5-3D6A6CAC3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843" y="1175864"/>
            <a:ext cx="2779128" cy="240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ED11E593-8CAF-25D0-6235-BDBA9D494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511"/>
            <a:ext cx="5562987" cy="4283678"/>
          </a:xfrm>
        </p:spPr>
        <p:txBody>
          <a:bodyPr>
            <a:normAutofit/>
          </a:bodyPr>
          <a:lstStyle/>
          <a:p>
            <a:r>
              <a:rPr lang="de-DE" b="1" dirty="0"/>
              <a:t>Modell: OpenAI CLIP</a:t>
            </a:r>
          </a:p>
          <a:p>
            <a:pPr lvl="1"/>
            <a:r>
              <a:rPr lang="de-DE" dirty="0"/>
              <a:t>(</a:t>
            </a:r>
            <a:r>
              <a:rPr lang="de-DE" dirty="0" err="1"/>
              <a:t>Contrastive</a:t>
            </a:r>
            <a:r>
              <a:rPr lang="de-DE" dirty="0"/>
              <a:t> Language–Image </a:t>
            </a:r>
            <a:r>
              <a:rPr lang="de-DE" dirty="0" err="1"/>
              <a:t>Pretraining</a:t>
            </a:r>
            <a:r>
              <a:rPr lang="de-DE" dirty="0"/>
              <a:t>)</a:t>
            </a:r>
          </a:p>
          <a:p>
            <a:r>
              <a:rPr lang="de-DE" b="1" dirty="0" err="1"/>
              <a:t>Required</a:t>
            </a:r>
            <a:r>
              <a:rPr lang="de-DE" b="1" dirty="0"/>
              <a:t> Setup</a:t>
            </a:r>
          </a:p>
          <a:p>
            <a:pPr lvl="1"/>
            <a:r>
              <a:rPr lang="de-DE" dirty="0"/>
              <a:t>Python 3.8+ </a:t>
            </a:r>
          </a:p>
          <a:p>
            <a:pPr lvl="1"/>
            <a:r>
              <a:rPr lang="de-DE" dirty="0" err="1"/>
              <a:t>PyTorch</a:t>
            </a:r>
            <a:r>
              <a:rPr lang="de-DE" dirty="0"/>
              <a:t> </a:t>
            </a:r>
          </a:p>
          <a:p>
            <a:pPr lvl="1"/>
            <a:r>
              <a:rPr lang="de-DE" dirty="0" err="1"/>
              <a:t>OpenCV</a:t>
            </a:r>
            <a:r>
              <a:rPr lang="de-DE" dirty="0"/>
              <a:t> / Pillow </a:t>
            </a:r>
          </a:p>
          <a:p>
            <a:pPr lvl="1"/>
            <a:r>
              <a:rPr lang="de-DE" dirty="0"/>
              <a:t>OpenAI CLIP </a:t>
            </a:r>
            <a:r>
              <a:rPr lang="de-DE" dirty="0" err="1"/>
              <a:t>model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GPU empfohlen für schnellere Inferenz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00350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91513-F7EA-F2D4-C94C-DD5F6E7B3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D1E9A6C-1A16-33F5-A207-D456F7B90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1806"/>
            <a:ext cx="12446000" cy="768194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Zugriff von Kameradaten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78092CAD-D6AD-72B8-3149-319EBFA58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511"/>
            <a:ext cx="5562987" cy="4283678"/>
          </a:xfrm>
        </p:spPr>
        <p:txBody>
          <a:bodyPr>
            <a:normAutofit/>
          </a:bodyPr>
          <a:lstStyle/>
          <a:p>
            <a:r>
              <a:rPr lang="de-DE" b="1" dirty="0" err="1"/>
              <a:t>VideoClient</a:t>
            </a:r>
            <a:r>
              <a:rPr lang="de-DE" b="1" dirty="0"/>
              <a:t> -&gt; RGB Daten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Sdk_client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Robot.rgbd_host</a:t>
            </a:r>
            <a:r>
              <a:rPr lang="de-DE" dirty="0"/>
              <a:t> = „10.34.0.206“</a:t>
            </a:r>
          </a:p>
          <a:p>
            <a:pPr lvl="1"/>
            <a:r>
              <a:rPr lang="de-DE" dirty="0" err="1"/>
              <a:t>Robot.get_rgbd</a:t>
            </a:r>
            <a:r>
              <a:rPr lang="de-DE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15712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6766BF-AB03-B06A-7ACE-4688E3C3E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Abschlussaufgabe 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ECC7D7-5EED-CEC9-3045-75E937570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Roboter starten und in sicheren Stand bringen</a:t>
            </a:r>
          </a:p>
          <a:p>
            <a:r>
              <a:rPr lang="de-DE" dirty="0"/>
              <a:t>Laufen für 6m geradeaus</a:t>
            </a:r>
          </a:p>
          <a:p>
            <a:r>
              <a:rPr lang="de-DE" dirty="0"/>
              <a:t>Identifikation Boxsack</a:t>
            </a:r>
          </a:p>
          <a:p>
            <a:r>
              <a:rPr lang="de-DE" dirty="0"/>
              <a:t>Wenn ja: Punch 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7EC01E80-D437-F868-2732-8B4C5514C70D}"/>
              </a:ext>
            </a:extLst>
          </p:cNvPr>
          <p:cNvSpPr txBox="1">
            <a:spLocks/>
          </p:cNvSpPr>
          <p:nvPr/>
        </p:nvSpPr>
        <p:spPr>
          <a:xfrm>
            <a:off x="6798733" y="451946"/>
            <a:ext cx="5562987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de-DE" dirty="0"/>
              <a:t>Abschlussaufgabe B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99852CB2-3339-4324-0BAE-E6CC4A67D986}"/>
              </a:ext>
            </a:extLst>
          </p:cNvPr>
          <p:cNvSpPr txBox="1">
            <a:spLocks/>
          </p:cNvSpPr>
          <p:nvPr/>
        </p:nvSpPr>
        <p:spPr>
          <a:xfrm>
            <a:off x="6798733" y="1534511"/>
            <a:ext cx="5562987" cy="42836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Roboter starten und in sicheren Stand bringen</a:t>
            </a:r>
          </a:p>
          <a:p>
            <a:r>
              <a:rPr lang="de-DE" dirty="0"/>
              <a:t>Laufen für 0,9m </a:t>
            </a:r>
          </a:p>
          <a:p>
            <a:r>
              <a:rPr lang="de-DE" dirty="0"/>
              <a:t>90° Drehung</a:t>
            </a:r>
          </a:p>
          <a:p>
            <a:r>
              <a:rPr lang="de-DE" dirty="0"/>
              <a:t>Laufen für 1m</a:t>
            </a:r>
          </a:p>
          <a:p>
            <a:r>
              <a:rPr lang="de-DE" dirty="0"/>
              <a:t>Identifikation KLT</a:t>
            </a:r>
          </a:p>
          <a:p>
            <a:r>
              <a:rPr lang="de-DE" dirty="0"/>
              <a:t>Wenn Ja: anheben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67041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0FEAE-E194-6957-D4E9-C99EAFC5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FD606B-9D6B-F94C-3F1C-C7E7BA94E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Aufgabe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CAD7A9-527B-8443-5575-7E8C408A2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Codex den </a:t>
            </a:r>
            <a:r>
              <a:rPr lang="de-DE" dirty="0" err="1"/>
              <a:t>perception_clip.ipynb</a:t>
            </a:r>
            <a:r>
              <a:rPr lang="de-DE" dirty="0"/>
              <a:t> </a:t>
            </a:r>
            <a:r>
              <a:rPr lang="de-DE" dirty="0" err="1"/>
              <a:t>notebook</a:t>
            </a:r>
            <a:r>
              <a:rPr lang="de-DE" dirty="0"/>
              <a:t> durchlesen lassen</a:t>
            </a:r>
          </a:p>
          <a:p>
            <a:r>
              <a:rPr lang="de-DE" dirty="0"/>
              <a:t>Mit </a:t>
            </a:r>
            <a:r>
              <a:rPr lang="de-DE" dirty="0" err="1"/>
              <a:t>codex</a:t>
            </a:r>
            <a:r>
              <a:rPr lang="de-DE" dirty="0"/>
              <a:t> ein Skript erstellen, wobei der G1 schrittweise für 2 Sekunden nach vorne läuft, bis ein Objekt (blauer Sitzsack) erkannt ist. Dann stoppen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01AE01F3-F1F8-FB8D-9A7D-D0BFAFB4026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662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Herausforderungen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Sensorrauschen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Falsche</a:t>
            </a:r>
            <a:r>
              <a:rPr dirty="0"/>
              <a:t> </a:t>
            </a:r>
            <a:r>
              <a:rPr dirty="0" err="1"/>
              <a:t>Erkennung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Navigationsprobleme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A70722A-6B8B-AE83-01DF-0FD16D88C2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0D539-5336-B271-65C4-256219CD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D3B6D1-76FF-F801-8A1D-A802F5EE2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Bonusaufgabe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6DADCC-60C1-B58F-9008-5E5740E7E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Codex den </a:t>
            </a:r>
            <a:r>
              <a:rPr lang="de-DE" dirty="0" err="1"/>
              <a:t>perception_clip.ipynb</a:t>
            </a:r>
            <a:r>
              <a:rPr lang="de-DE" dirty="0"/>
              <a:t> </a:t>
            </a:r>
            <a:r>
              <a:rPr lang="de-DE" dirty="0" err="1"/>
              <a:t>notebook</a:t>
            </a:r>
            <a:r>
              <a:rPr lang="de-DE" dirty="0"/>
              <a:t> durchlesen lassen</a:t>
            </a:r>
          </a:p>
          <a:p>
            <a:r>
              <a:rPr lang="de-DE" dirty="0"/>
              <a:t>Chatbot ergänzen zur Beschreibung der Umgebung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2AFA05AE-4A28-8A14-4A3C-59E77B4784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044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0DEB8F-5039-0A35-FD69-19B0265E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Abschlussaufgabe B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8F16C2-7D98-FE61-9A0B-9D1B092BD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Roboter starten und in sicheren Stand bringen</a:t>
            </a:r>
          </a:p>
          <a:p>
            <a:r>
              <a:rPr lang="de-DE" dirty="0"/>
              <a:t>Laufen für 0,9m </a:t>
            </a:r>
          </a:p>
          <a:p>
            <a:r>
              <a:rPr lang="de-DE" dirty="0"/>
              <a:t>90° Drehung</a:t>
            </a:r>
          </a:p>
          <a:p>
            <a:r>
              <a:rPr lang="de-DE" dirty="0"/>
              <a:t>Laufen für 1m</a:t>
            </a:r>
          </a:p>
          <a:p>
            <a:r>
              <a:rPr lang="de-DE" dirty="0"/>
              <a:t>Identifikation KLT</a:t>
            </a:r>
          </a:p>
          <a:p>
            <a:r>
              <a:rPr lang="de-DE" dirty="0"/>
              <a:t>Wenn Ja: anheben</a:t>
            </a:r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AFF55447-B16C-1FD8-E800-DE1BA4DE8B7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5300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ACF74F-0A9D-3601-C50B-7CAACC703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Aufgabe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477DFD-83BC-4A18-B5F2-53DF9452A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Perzeption mit Objekt Identifikation (</a:t>
            </a:r>
            <a:r>
              <a:rPr lang="de-DE" dirty="0" err="1"/>
              <a:t>Ollama</a:t>
            </a:r>
            <a:r>
              <a:rPr lang="de-DE" dirty="0"/>
              <a:t>)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D9E891EB-67C3-DFBF-607E-01231E38E55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013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Aktionsausführung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Navigation (SLAM)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Greifen</a:t>
            </a:r>
            <a:r>
              <a:rPr dirty="0"/>
              <a:t> (3-Finger </a:t>
            </a:r>
            <a:r>
              <a:rPr dirty="0" err="1"/>
              <a:t>Greifer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Bewegungsausführung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9C7368AF-914C-44EB-C2C1-DCE11A2798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Gesamtsystem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Sensoren → SLAM → VLA → Planung → Ausführung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EB5EF6B5-44E9-6C29-D42A-6FB4312817B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4EA69E-3EE6-7BB8-505E-91E7696E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Aufgabe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9FC0D3-1A20-DB3C-354D-2D28AF420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Kombination von SLAM mit </a:t>
            </a:r>
            <a:r>
              <a:rPr lang="de-DE" dirty="0" err="1"/>
              <a:t>Geifaufgaben</a:t>
            </a:r>
            <a:r>
              <a:rPr lang="de-DE" dirty="0"/>
              <a:t>/Handhabungsaufgaben</a:t>
            </a:r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AE0CE3D3-6F0F-D55E-FBE1-965198E83E4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634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VLA </a:t>
            </a:r>
            <a:r>
              <a:rPr dirty="0" err="1"/>
              <a:t>mit</a:t>
            </a:r>
            <a:r>
              <a:rPr dirty="0"/>
              <a:t> </a:t>
            </a:r>
            <a:r>
              <a:rPr lang="de-DE" dirty="0"/>
              <a:t>G1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Kamera </a:t>
            </a:r>
            <a:r>
              <a:rPr dirty="0" err="1"/>
              <a:t>erkennt</a:t>
            </a:r>
            <a:r>
              <a:rPr dirty="0"/>
              <a:t> </a:t>
            </a:r>
            <a:r>
              <a:rPr dirty="0" err="1"/>
              <a:t>Objekt</a:t>
            </a:r>
            <a:endParaRPr dirty="0"/>
          </a:p>
          <a:p>
            <a:pPr marL="0" indent="0">
              <a:buNone/>
            </a:pPr>
            <a:r>
              <a:rPr dirty="0"/>
              <a:t>• VLA plant </a:t>
            </a:r>
            <a:r>
              <a:rPr dirty="0" err="1"/>
              <a:t>Bewegung</a:t>
            </a:r>
            <a:endParaRPr dirty="0"/>
          </a:p>
          <a:p>
            <a:pPr marL="0" indent="0">
              <a:buNone/>
            </a:pPr>
            <a:r>
              <a:rPr dirty="0"/>
              <a:t>• Go2</a:t>
            </a:r>
            <a:r>
              <a:rPr lang="de-DE" dirty="0"/>
              <a:t>/G1</a:t>
            </a:r>
            <a:r>
              <a:rPr dirty="0"/>
              <a:t> </a:t>
            </a:r>
            <a:r>
              <a:rPr dirty="0" err="1"/>
              <a:t>navigiert</a:t>
            </a:r>
            <a:r>
              <a:rPr dirty="0"/>
              <a:t> </a:t>
            </a:r>
            <a:r>
              <a:rPr dirty="0" err="1"/>
              <a:t>autonom</a:t>
            </a:r>
            <a:endParaRPr dirty="0"/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ECB57E19-71C7-209C-87F2-416790DF000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– VLA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</a:t>
            </a:r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erkennen</a:t>
            </a:r>
            <a:endParaRPr dirty="0"/>
          </a:p>
          <a:p>
            <a:pPr marL="0" indent="0">
              <a:buNone/>
            </a:pPr>
            <a:r>
              <a:rPr dirty="0"/>
              <a:t>2. Ziel </a:t>
            </a:r>
            <a:r>
              <a:rPr dirty="0" err="1"/>
              <a:t>definieren</a:t>
            </a:r>
            <a:endParaRPr dirty="0"/>
          </a:p>
          <a:p>
            <a:pPr marL="0" indent="0">
              <a:buNone/>
            </a:pPr>
            <a:r>
              <a:rPr dirty="0"/>
              <a:t>3. </a:t>
            </a:r>
            <a:r>
              <a:rPr dirty="0" err="1"/>
              <a:t>Bewegung</a:t>
            </a:r>
            <a:r>
              <a:rPr dirty="0"/>
              <a:t> </a:t>
            </a:r>
            <a:r>
              <a:rPr dirty="0" err="1"/>
              <a:t>planen</a:t>
            </a:r>
            <a:endParaRPr dirty="0"/>
          </a:p>
          <a:p>
            <a:pPr marL="0" indent="0">
              <a:buNone/>
            </a:pPr>
            <a:r>
              <a:rPr dirty="0"/>
              <a:t>4. Aktion </a:t>
            </a:r>
            <a:r>
              <a:rPr dirty="0" err="1"/>
              <a:t>ausführen</a:t>
            </a:r>
            <a:endParaRPr dirty="0"/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1AFDE807-D78B-D2F2-A55A-AD21196A1CA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Erweiterte Aufgabe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"Find the box and move to it"</a:t>
            </a:r>
          </a:p>
          <a:p>
            <a:r>
              <a:t>→ Erkennung → Planung → Navigation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5178C544-8AFF-5A4A-80B4-924DAFFB1FA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Lernergebnis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Verständnis</a:t>
            </a:r>
            <a:r>
              <a:rPr dirty="0"/>
              <a:t> der VLA Pipeline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Verbindung</a:t>
            </a:r>
            <a:r>
              <a:rPr dirty="0"/>
              <a:t> Vision → Action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Autonome</a:t>
            </a:r>
            <a:r>
              <a:rPr dirty="0"/>
              <a:t> </a:t>
            </a:r>
            <a:r>
              <a:rPr dirty="0" err="1"/>
              <a:t>Robotersteuerung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ABD0BCED-8A05-40F5-8C21-AF76362EDA8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Modelle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Einfache</a:t>
            </a:r>
            <a:r>
              <a:rPr dirty="0"/>
              <a:t> Modelle</a:t>
            </a:r>
          </a:p>
          <a:p>
            <a:pPr marL="0" indent="0">
              <a:buNone/>
            </a:pPr>
            <a:r>
              <a:rPr dirty="0"/>
              <a:t>• Kleine </a:t>
            </a:r>
            <a:r>
              <a:rPr dirty="0" err="1"/>
              <a:t>Datensätze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35791FE2-52F2-417F-273C-5FC5C62F7FC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Finale Aufgabe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Navigation + Perception + Manipulation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erkennen</a:t>
            </a:r>
            <a:endParaRPr dirty="0"/>
          </a:p>
          <a:p>
            <a:pPr marL="0" indent="0">
              <a:buNone/>
            </a:pPr>
            <a:r>
              <a:rPr dirty="0"/>
              <a:t>• Zum Ziel </a:t>
            </a:r>
            <a:r>
              <a:rPr dirty="0" err="1"/>
              <a:t>navigieren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Greifen</a:t>
            </a:r>
            <a:r>
              <a:rPr dirty="0"/>
              <a:t> (3-Finger)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5645BF6E-FC37-1D4F-BB7D-A5FFFA09720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3F4CAD-5A23-CA59-EBAF-F398F1B64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Simulation:</a:t>
            </a:r>
            <a:br>
              <a:rPr lang="de-DE" dirty="0"/>
            </a:b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3DD5D6-0527-2C13-7BB5-DFA776F1F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r>
              <a:rPr lang="de-DE" dirty="0"/>
              <a:t>Rviz</a:t>
            </a:r>
          </a:p>
          <a:p>
            <a:r>
              <a:rPr lang="de-DE" dirty="0" err="1"/>
              <a:t>Mujoco</a:t>
            </a:r>
            <a:endParaRPr lang="de-DE" dirty="0"/>
          </a:p>
          <a:p>
            <a:r>
              <a:rPr lang="de-DE" dirty="0" err="1"/>
              <a:t>Pybullet</a:t>
            </a:r>
            <a:endParaRPr lang="de-DE" dirty="0"/>
          </a:p>
          <a:p>
            <a:r>
              <a:rPr lang="de-DE" dirty="0" err="1"/>
              <a:t>Gazebo</a:t>
            </a:r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5D7C5A43-0FED-AED3-A58E-74461FDFDF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1224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Wichtige ROS2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/map → Generated map</a:t>
            </a:r>
          </a:p>
          <a:p>
            <a:r>
              <a:rPr dirty="0"/>
              <a:t>/</a:t>
            </a:r>
            <a:r>
              <a:rPr dirty="0" err="1"/>
              <a:t>odom</a:t>
            </a:r>
            <a:r>
              <a:rPr dirty="0"/>
              <a:t> → Robot movement</a:t>
            </a:r>
          </a:p>
          <a:p>
            <a:r>
              <a:rPr dirty="0"/>
              <a:t>/</a:t>
            </a:r>
            <a:r>
              <a:rPr dirty="0" err="1"/>
              <a:t>tf</a:t>
            </a:r>
            <a:r>
              <a:rPr dirty="0"/>
              <a:t> → Transform tree</a:t>
            </a:r>
          </a:p>
          <a:p>
            <a:r>
              <a:rPr dirty="0"/>
              <a:t>/scan → LiDAR data</a:t>
            </a:r>
          </a:p>
          <a:p>
            <a:r>
              <a:rPr dirty="0"/>
              <a:t>/camera/depth → Depth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293E05-2B05-A2B2-168A-CD21812A0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289" y="1237926"/>
            <a:ext cx="5386300" cy="270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546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Workspace Struktur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docs, scripts, modules</a:t>
            </a:r>
          </a:p>
          <a:p>
            <a:r>
              <a:rPr dirty="0"/>
              <a:t>G1 sport mode ROS</a:t>
            </a:r>
          </a:p>
          <a:p>
            <a:r>
              <a:rPr dirty="0"/>
              <a:t>simulation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D9EC462-0053-770E-630F-EC5585D34A5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8071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1B0CFE-2388-E2CC-801C-393BC6CE1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48" y="225573"/>
            <a:ext cx="5562987" cy="878066"/>
          </a:xfrm>
        </p:spPr>
        <p:txBody>
          <a:bodyPr/>
          <a:lstStyle/>
          <a:p>
            <a:r>
              <a:rPr lang="de-DE" dirty="0"/>
              <a:t>Setup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5152293-08EA-C316-475B-DA522CBC5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548" y="1330012"/>
            <a:ext cx="7727182" cy="103974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4C832F2-B243-FCF7-6F73-2A96779D5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48" y="3866530"/>
            <a:ext cx="10329705" cy="262268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707F50C-C6E7-988E-DA20-ADE21B524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48" y="2596127"/>
            <a:ext cx="6706181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7706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7B2859C-0EA0-AF8F-1A93-C77350446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265" y="1915251"/>
            <a:ext cx="9325574" cy="117564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6D14370-0282-9DDE-C2E8-194531DA7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65" y="3429000"/>
            <a:ext cx="9452207" cy="104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7369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RViz Setup (Schritt für Schritt)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Launch robot / simulation</a:t>
            </a:r>
          </a:p>
          <a:p>
            <a:r>
              <a:rPr dirty="0"/>
              <a:t>2. Start SLAM node</a:t>
            </a:r>
          </a:p>
          <a:p>
            <a:r>
              <a:rPr dirty="0"/>
              <a:t>3. Open RViz</a:t>
            </a:r>
          </a:p>
          <a:p>
            <a:r>
              <a:rPr dirty="0"/>
              <a:t>4. Add displays</a:t>
            </a:r>
          </a:p>
        </p:txBody>
      </p:sp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33F425B7-0299-A54D-1C1D-F2DAE3F995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232" r="5232"/>
          <a:stretch/>
        </p:blipFill>
        <p:spPr>
          <a:xfrm>
            <a:off x="6899684" y="367279"/>
            <a:ext cx="5139916" cy="5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248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5366DC-9642-D3A7-7EF4-E36EB9AF7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4" y="161746"/>
            <a:ext cx="5562987" cy="878066"/>
          </a:xfrm>
        </p:spPr>
        <p:txBody>
          <a:bodyPr/>
          <a:lstStyle/>
          <a:p>
            <a:r>
              <a:rPr lang="de-DE" dirty="0"/>
              <a:t>Topics: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61B0B22B-2CA8-F11F-2CD8-B634BC794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77" y="1348846"/>
            <a:ext cx="4853005" cy="517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377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RViz Anzeigen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→ /map</a:t>
            </a:r>
          </a:p>
          <a:p>
            <a:r>
              <a:t>TF → transforms</a:t>
            </a:r>
          </a:p>
          <a:p>
            <a:r>
              <a:t>LaserScan → /scan</a:t>
            </a:r>
          </a:p>
          <a:p>
            <a:r>
              <a:t>RobotModel → URDF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8AFE9F2-72C9-0B27-2766-3BADFF52B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039" y="890979"/>
            <a:ext cx="5385998" cy="411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499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609EEB4-829B-EC45-376E-5ECC1B774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80" y="471887"/>
            <a:ext cx="11301439" cy="638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097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G1 RViz Simulationsablauf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 Data → SLAM → Map</a:t>
            </a:r>
          </a:p>
          <a:p>
            <a:r>
              <a:t>Odometry → TF → Pose</a:t>
            </a:r>
          </a:p>
          <a:p>
            <a:r>
              <a:t>Everything visualized in RViz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63B0928-2B74-9FAF-124E-AC5267C65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952" y="335012"/>
            <a:ext cx="5223636" cy="475514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430860F-20CA-B20F-E70C-A9169CFAE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773" y="3051661"/>
            <a:ext cx="3147333" cy="3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929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68FA92-EA6A-B8E8-0629-669DE848C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Tanzen G1 </a:t>
            </a:r>
            <a:r>
              <a:rPr lang="de-DE" dirty="0" err="1"/>
              <a:t>simulation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FE205374-E5A2-1B23-12C9-6E56CBAF2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720" y="2119537"/>
            <a:ext cx="11626536" cy="273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976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dance">
            <a:hlinkClick r:id="" action="ppaction://media"/>
            <a:extLst>
              <a:ext uri="{FF2B5EF4-FFF2-40B4-BE49-F238E27FC236}">
                <a16:creationId xmlns:a16="http://schemas.microsoft.com/office/drawing/2014/main" id="{FA0B7430-8BA7-678A-B03A-206944AEF653}"/>
              </a:ext>
            </a:extLst>
          </p:cNvPr>
          <p:cNvPicPr>
            <a:picLocks noGrp="1" noChangeAspect="1"/>
          </p:cNvPicPr>
          <p:nvPr>
            <p:ph type="pic"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00148" y="643466"/>
            <a:ext cx="779170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2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4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3786F0-933F-53A6-EE2B-008307950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63678"/>
            <a:ext cx="6129867" cy="878066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rgbClr val="FB1A62"/>
                </a:solidFill>
              </a:rPr>
              <a:t>Aufgabe 3 </a:t>
            </a:r>
            <a:r>
              <a:rPr lang="de-DE" altLang="de-DE" dirty="0" err="1">
                <a:solidFill>
                  <a:srgbClr val="FA1960"/>
                </a:solidFill>
                <a:latin typeface="Arial" panose="020B0604020202020204" pitchFamily="34" charset="0"/>
              </a:rPr>
              <a:t>Mujoco</a:t>
            </a:r>
            <a:r>
              <a:rPr lang="de-DE" altLang="de-DE" dirty="0">
                <a:solidFill>
                  <a:srgbClr val="FA1960"/>
                </a:solidFill>
                <a:latin typeface="Arial" panose="020B0604020202020204" pitchFamily="34" charset="0"/>
              </a:rPr>
              <a:t> Simulation –go2</a:t>
            </a:r>
            <a:br>
              <a:rPr lang="de-DE" altLang="de-DE" dirty="0">
                <a:latin typeface="Arial" panose="020B0604020202020204" pitchFamily="34" charset="0"/>
              </a:rPr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7ED2A7-0F92-BEFA-CD24-CB44DA862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67" y="1921155"/>
            <a:ext cx="5562987" cy="4283678"/>
          </a:xfrm>
        </p:spPr>
        <p:txBody>
          <a:bodyPr/>
          <a:lstStyle/>
          <a:p>
            <a:r>
              <a:rPr lang="de-DE" dirty="0"/>
              <a:t>REPOSITORY: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6" name="Grafik 5" descr="Ein Bild, das Spielzeug enthält.&#10;&#10;KI-generierte Inhalte können fehlerhaft sein.">
            <a:extLst>
              <a:ext uri="{FF2B5EF4-FFF2-40B4-BE49-F238E27FC236}">
                <a16:creationId xmlns:a16="http://schemas.microsoft.com/office/drawing/2014/main" id="{502F4225-FEF5-99B6-E34F-3753BC577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583" y="2043548"/>
            <a:ext cx="4389500" cy="3368332"/>
          </a:xfrm>
          <a:prstGeom prst="rect">
            <a:avLst/>
          </a:prstGeom>
        </p:spPr>
      </p:pic>
      <p:pic>
        <p:nvPicPr>
          <p:cNvPr id="8" name="Grafik 7" descr="Ein Bild, das Muster, Quadrat, Symmetrie, Pixel enthält.&#10;&#10;KI-generierte Inhalte können fehlerhaft sein.">
            <a:extLst>
              <a:ext uri="{FF2B5EF4-FFF2-40B4-BE49-F238E27FC236}">
                <a16:creationId xmlns:a16="http://schemas.microsoft.com/office/drawing/2014/main" id="{E37ED483-8F7B-8755-C862-CA2FADA92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88" y="2706021"/>
            <a:ext cx="3133052" cy="313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358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D339DF-DF83-13BE-31AB-07C34FE65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Mujoco</a:t>
            </a:r>
            <a:r>
              <a:rPr lang="de-DE" dirty="0"/>
              <a:t> Installation</a:t>
            </a:r>
            <a:br>
              <a:rPr lang="de-DE" dirty="0"/>
            </a:br>
            <a:endParaRPr lang="de-DE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C7712FB-98EE-43A0-C3AC-0DE2071DE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7663" y="1989293"/>
            <a:ext cx="30572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Schritte 1: </a:t>
            </a:r>
            <a:r>
              <a:rPr lang="de-DE" altLang="de-DE" sz="1800" dirty="0">
                <a:latin typeface="Arial" panose="020B0604020202020204" pitchFamily="34" charset="0"/>
              </a:rPr>
              <a:t>C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lone Repository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Grafik 7" descr="Ein Bild, das Text, Screenshot, Schrift, Schwarz enthält.&#10;&#10;KI-generierte Inhalte können fehlerhaft sein.">
            <a:extLst>
              <a:ext uri="{FF2B5EF4-FFF2-40B4-BE49-F238E27FC236}">
                <a16:creationId xmlns:a16="http://schemas.microsoft.com/office/drawing/2014/main" id="{FB9EED44-9859-FF50-F50E-412577327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84" y="3294905"/>
            <a:ext cx="11193623" cy="158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412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E2F37F-4D37-FB38-B8B1-C42983BCA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81" y="451945"/>
            <a:ext cx="5562987" cy="878066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Install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 Software (</a:t>
            </a:r>
            <a:r>
              <a:rPr lang="de-DE" dirty="0" err="1"/>
              <a:t>Dependencies</a:t>
            </a:r>
            <a:r>
              <a:rPr lang="de-DE" dirty="0"/>
              <a:t>)</a:t>
            </a:r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BCA36B82-2E3E-AF13-422C-858CACD48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481" y="2897738"/>
            <a:ext cx="10070338" cy="187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02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58E212-BD8F-B4F1-4481-7E39C2170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136" y="1403131"/>
            <a:ext cx="5562987" cy="878066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Install</a:t>
            </a:r>
            <a:r>
              <a:rPr lang="de-DE" dirty="0"/>
              <a:t> </a:t>
            </a:r>
            <a:r>
              <a:rPr lang="de-DE" dirty="0" err="1"/>
              <a:t>Unitree</a:t>
            </a:r>
            <a:r>
              <a:rPr lang="de-DE" dirty="0"/>
              <a:t> SDK2 (Python Version)-</a:t>
            </a:r>
            <a:r>
              <a:rPr lang="de-DE" altLang="de-DE" b="0" dirty="0">
                <a:latin typeface="Arial" panose="020B0604020202020204" pitchFamily="34" charset="0"/>
              </a:rPr>
              <a:t>Wenn bereits installiert, nicht erneut installieren.</a:t>
            </a:r>
            <a:br>
              <a:rPr lang="de-DE" altLang="de-DE" b="0" dirty="0">
                <a:latin typeface="Arial" panose="020B0604020202020204" pitchFamily="34" charset="0"/>
              </a:rPr>
            </a:br>
            <a:endParaRPr lang="de-DE" dirty="0"/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7949273F-7225-1BCD-9D64-2901EE55C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136" y="4154765"/>
            <a:ext cx="9649222" cy="1655704"/>
          </a:xfrm>
          <a:prstGeom prst="rect">
            <a:avLst/>
          </a:prstGeom>
        </p:spPr>
      </p:pic>
      <p:pic>
        <p:nvPicPr>
          <p:cNvPr id="4" name="Grafik 3" descr="Ein Bild, das Muster, Grafiken, Kunst, Pixel enthält.&#10;&#10;KI-generierte Inhalte können fehlerhaft sein.">
            <a:extLst>
              <a:ext uri="{FF2B5EF4-FFF2-40B4-BE49-F238E27FC236}">
                <a16:creationId xmlns:a16="http://schemas.microsoft.com/office/drawing/2014/main" id="{94A04984-C1ED-CEE8-2D90-04C7BF89E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920" y="284480"/>
            <a:ext cx="33020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6223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75C832-97F3-E030-3C2F-6202CD001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Common </a:t>
            </a:r>
            <a:r>
              <a:rPr lang="de-DE" dirty="0" err="1"/>
              <a:t>Mistake</a:t>
            </a:r>
            <a:r>
              <a:rPr lang="de-DE" dirty="0"/>
              <a:t>!!</a:t>
            </a:r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1874510-DB95-1DA3-C0B4-F1F7AB502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8802" y="2550933"/>
            <a:ext cx="11164769" cy="163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2146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445313-2DBF-1E4E-EA1E-64F3798D8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Fix Cyclone DDS (Simple Way)</a:t>
            </a:r>
            <a:endParaRPr lang="de-DE" dirty="0"/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089C20A-9385-5A29-ED44-9FDA799F3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272" y="2059892"/>
            <a:ext cx="9399576" cy="257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53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FBDCD11C-06B1-443B-9628-1E7C42B63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240" y="71673"/>
            <a:ext cx="6433273" cy="1579700"/>
          </a:xfrm>
          <a:prstGeom prst="rect">
            <a:avLst/>
          </a:prstGeom>
        </p:spPr>
      </p:pic>
      <p:pic>
        <p:nvPicPr>
          <p:cNvPr id="8" name="Grafik 7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1D0A6E64-E59B-5561-5B97-DEAD5D270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111803"/>
            <a:ext cx="9705216" cy="2167033"/>
          </a:xfrm>
          <a:prstGeom prst="rect">
            <a:avLst/>
          </a:prstGeom>
        </p:spPr>
      </p:pic>
      <p:pic>
        <p:nvPicPr>
          <p:cNvPr id="10" name="Grafik 9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CF1D6BFD-C10E-2C55-1F1B-4DF5FA2BF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" y="4739266"/>
            <a:ext cx="5793193" cy="1934628"/>
          </a:xfrm>
          <a:prstGeom prst="rect">
            <a:avLst/>
          </a:prstGeom>
        </p:spPr>
      </p:pic>
      <p:pic>
        <p:nvPicPr>
          <p:cNvPr id="12" name="Grafik 11" descr="Ein Bild, das Muster, Quadra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4EB23DFC-7C6A-16D8-BD5F-837DEA2ED8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480" y="143933"/>
            <a:ext cx="2333118" cy="233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751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FED6FA-2B2A-2C47-DCD1-1D5A5A75B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Check Robot </a:t>
            </a:r>
            <a:r>
              <a:rPr lang="de-DE" dirty="0" err="1"/>
              <a:t>Configuration</a:t>
            </a:r>
            <a:endParaRPr lang="de-DE" dirty="0"/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A39A616-73D9-748B-4BD8-9169EF163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700" y="1775165"/>
            <a:ext cx="10911903" cy="1653835"/>
          </a:xfrm>
          <a:prstGeom prst="rect">
            <a:avLst/>
          </a:prstGeom>
        </p:spPr>
      </p:pic>
      <p:pic>
        <p:nvPicPr>
          <p:cNvPr id="8" name="Grafik 7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681809E8-5D66-CA82-C394-BD8F76007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30" y="3874152"/>
            <a:ext cx="9127011" cy="210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888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F47301-6D2B-6B9B-66A9-9EFA030C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Start </a:t>
            </a:r>
            <a:r>
              <a:rPr lang="de-DE" dirty="0" err="1"/>
              <a:t>the</a:t>
            </a:r>
            <a:r>
              <a:rPr lang="de-DE" dirty="0"/>
              <a:t> Simulator</a:t>
            </a:r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6EB59943-D4BD-315D-821B-4E9828994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34" y="2002759"/>
            <a:ext cx="11048940" cy="243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1844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Screenshot, Multimedia-Software, Grafiksoftware, 3D-Modellierung enthält.&#10;&#10;KI-generierte Inhalte können fehlerhaft sein.">
            <a:extLst>
              <a:ext uri="{FF2B5EF4-FFF2-40B4-BE49-F238E27FC236}">
                <a16:creationId xmlns:a16="http://schemas.microsoft.com/office/drawing/2014/main" id="{C06F578D-11F1-3A2E-A6F6-6D8BAA5E3D4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b="1314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2900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CCF61B-92C5-0275-66FD-4FC0F8850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Run the Test Program (New Terminal)</a:t>
            </a:r>
            <a:endParaRPr lang="de-DE" dirty="0"/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9D0B50DC-7942-23BA-B9E7-CB4F12C62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033" y="3101419"/>
            <a:ext cx="10150058" cy="197020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4FDFC00A-FA05-E29E-051C-BF5D72523EA8}"/>
              </a:ext>
            </a:extLst>
          </p:cNvPr>
          <p:cNvSpPr txBox="1"/>
          <p:nvPr/>
        </p:nvSpPr>
        <p:spPr>
          <a:xfrm>
            <a:off x="1532466" y="1638532"/>
            <a:ext cx="6493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Create an virtual </a:t>
            </a:r>
            <a:r>
              <a:rPr lang="de-DE" dirty="0" err="1">
                <a:solidFill>
                  <a:schemeClr val="bg1"/>
                </a:solidFill>
              </a:rPr>
              <a:t>environment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usng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this</a:t>
            </a:r>
            <a:r>
              <a:rPr lang="de-DE" dirty="0">
                <a:solidFill>
                  <a:schemeClr val="bg1"/>
                </a:solidFill>
              </a:rPr>
              <a:t> : </a:t>
            </a:r>
          </a:p>
          <a:p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python3 –m 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venv</a:t>
            </a:r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venv</a:t>
            </a:r>
            <a:endParaRPr lang="de-DE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source /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venv</a:t>
            </a:r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/bin /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activate</a:t>
            </a:r>
            <a:endParaRPr lang="de-DE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20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EDCD36-A63F-CAD0-2AFE-7C4A065E4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C++ </a:t>
            </a:r>
            <a:r>
              <a:rPr lang="de-DE" dirty="0" err="1"/>
              <a:t>scripts</a:t>
            </a:r>
            <a:r>
              <a:rPr lang="de-DE" dirty="0"/>
              <a:t>: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412DB0-3597-D850-6DA4-477AC28B8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0012"/>
            <a:ext cx="5562987" cy="4283678"/>
          </a:xfrm>
        </p:spPr>
        <p:txBody>
          <a:bodyPr/>
          <a:lstStyle/>
          <a:p>
            <a:r>
              <a:rPr lang="de-DE" dirty="0"/>
              <a:t>schritt1 : </a:t>
            </a:r>
            <a:r>
              <a:rPr lang="de-DE" dirty="0" err="1"/>
              <a:t>unitree</a:t>
            </a:r>
            <a:r>
              <a:rPr lang="de-DE" dirty="0"/>
              <a:t> C++ </a:t>
            </a:r>
            <a:r>
              <a:rPr lang="de-DE" dirty="0" err="1"/>
              <a:t>skd</a:t>
            </a:r>
            <a:r>
              <a:rPr lang="de-DE" dirty="0"/>
              <a:t> </a:t>
            </a:r>
            <a:r>
              <a:rPr lang="de-DE" dirty="0" err="1"/>
              <a:t>installtion</a:t>
            </a:r>
            <a:r>
              <a:rPr lang="de-DE" dirty="0"/>
              <a:t> : </a:t>
            </a:r>
          </a:p>
        </p:txBody>
      </p:sp>
      <p:pic>
        <p:nvPicPr>
          <p:cNvPr id="6" name="Bildplatzhalter 5" descr="Ein Bild, das Muster, Kuns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42470771-8002-5D5B-2337-886BC7AABB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7919880" y="1330012"/>
            <a:ext cx="3433920" cy="3585127"/>
          </a:xfrm>
          <a:prstGeom prst="rect">
            <a:avLst/>
          </a:prstGeom>
        </p:spPr>
      </p:pic>
      <p:pic>
        <p:nvPicPr>
          <p:cNvPr id="8" name="Grafik 7" descr="Ein Bild, das Text, Screenshot, Schrift, Schwarz enthält.&#10;&#10;KI-generierte Inhalte können fehlerhaft sein.">
            <a:extLst>
              <a:ext uri="{FF2B5EF4-FFF2-40B4-BE49-F238E27FC236}">
                <a16:creationId xmlns:a16="http://schemas.microsoft.com/office/drawing/2014/main" id="{A816EEA1-0323-542F-E73C-7AC4F2828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71" y="2256930"/>
            <a:ext cx="7160861" cy="1111647"/>
          </a:xfrm>
          <a:prstGeom prst="rect">
            <a:avLst/>
          </a:prstGeom>
        </p:spPr>
      </p:pic>
      <p:pic>
        <p:nvPicPr>
          <p:cNvPr id="10" name="Grafik 9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13FD317-7C56-8C25-04BA-2DB786F11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71" y="3598163"/>
            <a:ext cx="5920207" cy="1524564"/>
          </a:xfrm>
          <a:prstGeom prst="rect">
            <a:avLst/>
          </a:prstGeom>
        </p:spPr>
      </p:pic>
      <p:pic>
        <p:nvPicPr>
          <p:cNvPr id="12" name="Grafik 11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6B8AA601-1EF3-562E-FCF3-3F1D2AA84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671" y="5407143"/>
            <a:ext cx="6145515" cy="111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9797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Text, Screenshot, Schrift, Schwarz enthält.&#10;&#10;KI-generierte Inhalte können fehlerhaft sein.">
            <a:extLst>
              <a:ext uri="{FF2B5EF4-FFF2-40B4-BE49-F238E27FC236}">
                <a16:creationId xmlns:a16="http://schemas.microsoft.com/office/drawing/2014/main" id="{01FA6335-0F79-D2F0-6608-A84CE426B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009" y="812602"/>
            <a:ext cx="9267865" cy="1714288"/>
          </a:xfrm>
          <a:prstGeom prst="rect">
            <a:avLst/>
          </a:prstGeom>
        </p:spPr>
      </p:pic>
      <p:pic>
        <p:nvPicPr>
          <p:cNvPr id="8" name="Grafik 7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93490A5C-8002-CF53-A714-4F1DFB470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67" y="3903223"/>
            <a:ext cx="7597262" cy="153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1934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1631C3-DE6A-CF30-2782-88200E503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Schritt 2</a:t>
            </a:r>
            <a:r>
              <a:rPr lang="de-DE" dirty="0"/>
              <a:t>: Run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script</a:t>
            </a:r>
            <a:endParaRPr lang="de-DE" dirty="0"/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F0E5B0BA-ECE1-4D9D-00AA-F08B426156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160" y="1881850"/>
            <a:ext cx="5166808" cy="1013548"/>
          </a:xfrm>
          <a:prstGeom prst="rect">
            <a:avLst/>
          </a:prstGeom>
        </p:spPr>
      </p:pic>
      <p:pic>
        <p:nvPicPr>
          <p:cNvPr id="8" name="Grafik 7" descr="Ein Bild, das Screenshot, Text, Schwarz, weiß enthält.&#10;&#10;KI-generierte Inhalte können fehlerhaft sein.">
            <a:extLst>
              <a:ext uri="{FF2B5EF4-FFF2-40B4-BE49-F238E27FC236}">
                <a16:creationId xmlns:a16="http://schemas.microsoft.com/office/drawing/2014/main" id="{B20F454D-46F1-4DF4-E80F-E8434047C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60" y="3212335"/>
            <a:ext cx="4366638" cy="777307"/>
          </a:xfrm>
          <a:prstGeom prst="rect">
            <a:avLst/>
          </a:prstGeom>
        </p:spPr>
      </p:pic>
      <p:pic>
        <p:nvPicPr>
          <p:cNvPr id="10" name="Grafik 9" descr="Ein Bild, das Screenshot, Schwarz, weiß, Schwarzweiß enthält.&#10;&#10;KI-generierte Inhalte können fehlerhaft sein.">
            <a:extLst>
              <a:ext uri="{FF2B5EF4-FFF2-40B4-BE49-F238E27FC236}">
                <a16:creationId xmlns:a16="http://schemas.microsoft.com/office/drawing/2014/main" id="{4C94FC2F-67CE-719B-8A5E-ABD69E23E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60" y="4423869"/>
            <a:ext cx="4229467" cy="7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843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1F6EA5-9281-94AB-5916-C3860168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MJ LAB SIMULATION</a:t>
            </a:r>
          </a:p>
        </p:txBody>
      </p:sp>
      <p:pic>
        <p:nvPicPr>
          <p:cNvPr id="6" name="Inhaltsplatzhalter 5" descr="Ein Bild, das Tanz, Schuhwerk, Boxen, Person enthält.&#10;&#10;KI-generierte Inhalte können fehlerhaft sein.">
            <a:extLst>
              <a:ext uri="{FF2B5EF4-FFF2-40B4-BE49-F238E27FC236}">
                <a16:creationId xmlns:a16="http://schemas.microsoft.com/office/drawing/2014/main" id="{942BC0FB-C30B-94DC-BE1C-DF35027FC6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3656" y="1940559"/>
            <a:ext cx="5551690" cy="2976881"/>
          </a:xfrm>
          <a:prstGeom prst="rect">
            <a:avLst/>
          </a:prstGeom>
        </p:spPr>
      </p:pic>
      <p:pic>
        <p:nvPicPr>
          <p:cNvPr id="8" name="Grafik 7" descr="Ein Bild, das Muster, Quadra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FD957D8F-ED0F-E052-0EAD-B342C0DF5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320" y="2316480"/>
            <a:ext cx="3398520" cy="339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98308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7C5AFF-2EA2-0AB4-C186-7CF30628F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Schritte 1:</a:t>
            </a:r>
          </a:p>
        </p:txBody>
      </p:sp>
      <p:pic>
        <p:nvPicPr>
          <p:cNvPr id="14" name="Grafik 13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5AC21264-5AF8-7FE5-E682-B16F9225C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49487"/>
            <a:ext cx="10394149" cy="1695046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1F69A01D-F3A1-E528-806C-628967DEC634}"/>
              </a:ext>
            </a:extLst>
          </p:cNvPr>
          <p:cNvSpPr txBox="1"/>
          <p:nvPr/>
        </p:nvSpPr>
        <p:spPr>
          <a:xfrm>
            <a:off x="1532466" y="1638532"/>
            <a:ext cx="6493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Create an virtual </a:t>
            </a:r>
            <a:r>
              <a:rPr lang="de-DE" dirty="0" err="1">
                <a:solidFill>
                  <a:schemeClr val="bg1"/>
                </a:solidFill>
              </a:rPr>
              <a:t>environment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usng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this</a:t>
            </a:r>
            <a:r>
              <a:rPr lang="de-DE" dirty="0">
                <a:solidFill>
                  <a:schemeClr val="bg1"/>
                </a:solidFill>
              </a:rPr>
              <a:t> : </a:t>
            </a:r>
          </a:p>
          <a:p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python3 –m 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venv</a:t>
            </a:r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venv</a:t>
            </a:r>
            <a:endParaRPr lang="de-DE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source /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venv</a:t>
            </a:r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/bin /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activate</a:t>
            </a:r>
            <a:endParaRPr lang="de-DE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93877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Screenshot, Grafiksoftware enthält.&#10;&#10;KI-generierte Inhalte können fehlerhaft sein.">
            <a:extLst>
              <a:ext uri="{FF2B5EF4-FFF2-40B4-BE49-F238E27FC236}">
                <a16:creationId xmlns:a16="http://schemas.microsoft.com/office/drawing/2014/main" id="{DA0BEC59-7F1E-D681-B47F-93703BC2C74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1034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59BB85-0429-1D9B-B3A8-6EC7A143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Schritte 3:Scripts: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F56AC9-9546-09D8-D04A-5D540198F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930751"/>
            <a:ext cx="11059160" cy="4283678"/>
          </a:xfrm>
        </p:spPr>
        <p:txBody>
          <a:bodyPr>
            <a:normAutofit/>
          </a:bodyPr>
          <a:lstStyle/>
          <a:p>
            <a:r>
              <a:rPr lang="de-DE" sz="2000" dirty="0"/>
              <a:t>.</a:t>
            </a:r>
            <a:r>
              <a:rPr lang="de-DE" sz="2000" dirty="0" err="1"/>
              <a:t>venv</a:t>
            </a:r>
            <a:r>
              <a:rPr lang="de-DE" sz="2000" dirty="0"/>
              <a:t>/bin/</a:t>
            </a:r>
            <a:r>
              <a:rPr lang="de-DE" sz="2000" dirty="0" err="1"/>
              <a:t>python</a:t>
            </a:r>
            <a:r>
              <a:rPr lang="de-DE" sz="2000" dirty="0"/>
              <a:t> -m </a:t>
            </a:r>
            <a:r>
              <a:rPr lang="de-DE" sz="2000" dirty="0" err="1"/>
              <a:t>mjlab.scripts.play</a:t>
            </a:r>
            <a:r>
              <a:rPr lang="de-DE" sz="2000" dirty="0"/>
              <a:t> Mjlab-Velocity-Flat-Unitree-G1 --viewer </a:t>
            </a:r>
            <a:r>
              <a:rPr lang="de-DE" sz="2000" dirty="0" err="1"/>
              <a:t>viser</a:t>
            </a:r>
            <a:r>
              <a:rPr lang="de-DE" sz="2000" dirty="0"/>
              <a:t> --</a:t>
            </a:r>
            <a:r>
              <a:rPr lang="de-DE" sz="2000" dirty="0" err="1"/>
              <a:t>num-envs</a:t>
            </a:r>
            <a:r>
              <a:rPr lang="de-DE" sz="2000" dirty="0"/>
              <a:t> 1 --</a:t>
            </a:r>
            <a:r>
              <a:rPr lang="de-DE" sz="2000" dirty="0" err="1"/>
              <a:t>device</a:t>
            </a:r>
            <a:r>
              <a:rPr lang="de-DE" sz="2000" dirty="0"/>
              <a:t> </a:t>
            </a:r>
            <a:r>
              <a:rPr lang="de-DE" sz="2000" dirty="0" err="1"/>
              <a:t>cpu</a:t>
            </a:r>
            <a:r>
              <a:rPr lang="de-DE" sz="2000" dirty="0"/>
              <a:t> --agent </a:t>
            </a:r>
            <a:r>
              <a:rPr lang="de-DE" sz="2000" dirty="0" err="1"/>
              <a:t>random</a:t>
            </a:r>
            <a:endParaRPr lang="de-DE" sz="2000" dirty="0"/>
          </a:p>
          <a:p>
            <a:endParaRPr lang="de-DE" sz="2000" dirty="0"/>
          </a:p>
          <a:p>
            <a:r>
              <a:rPr lang="de-DE" sz="2000" dirty="0"/>
              <a:t>FOR TRAINING : .</a:t>
            </a:r>
            <a:r>
              <a:rPr lang="de-DE" sz="2000" dirty="0" err="1"/>
              <a:t>venv</a:t>
            </a:r>
            <a:r>
              <a:rPr lang="de-DE" sz="2000" dirty="0"/>
              <a:t>/bin/</a:t>
            </a:r>
            <a:r>
              <a:rPr lang="de-DE" sz="2000" dirty="0" err="1"/>
              <a:t>python</a:t>
            </a:r>
            <a:r>
              <a:rPr lang="de-DE" sz="2000" dirty="0"/>
              <a:t> -m </a:t>
            </a:r>
            <a:r>
              <a:rPr lang="de-DE" sz="2000" dirty="0" err="1"/>
              <a:t>mjlab.scripts.train</a:t>
            </a:r>
            <a:r>
              <a:rPr lang="de-DE" sz="2000" dirty="0"/>
              <a:t> Mjlab-Velocity-Flat-Unitree-G1 --</a:t>
            </a:r>
            <a:r>
              <a:rPr lang="de-DE" sz="2000" dirty="0" err="1"/>
              <a:t>env.scene.num-envs</a:t>
            </a:r>
            <a:r>
              <a:rPr lang="de-DE" sz="2000" dirty="0"/>
              <a:t> 8 --</a:t>
            </a:r>
            <a:r>
              <a:rPr lang="de-DE" sz="2000" dirty="0" err="1"/>
              <a:t>gpu-ids</a:t>
            </a:r>
            <a:r>
              <a:rPr lang="de-DE" sz="2000" dirty="0"/>
              <a:t> None</a:t>
            </a:r>
          </a:p>
        </p:txBody>
      </p:sp>
    </p:spTree>
    <p:extLst>
      <p:ext uri="{BB962C8B-B14F-4D97-AF65-F5344CB8AC3E}">
        <p14:creationId xmlns:p14="http://schemas.microsoft.com/office/powerpoint/2010/main" val="3462373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710a0d-a916-43a9-8a24-1cbe13199583">
      <Terms xmlns="http://schemas.microsoft.com/office/infopath/2007/PartnerControls"/>
    </lcf76f155ced4ddcb4097134ff3c332f>
    <TaxCatchAll xmlns="17e9a383-b1c7-4c94-a2a2-eacb0c3a46c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4D4F068579074781C47F30C60343D3" ma:contentTypeVersion="15" ma:contentTypeDescription="Ein neues Dokument erstellen." ma:contentTypeScope="" ma:versionID="888a2b6ad7ca9002ee54190ff8eed71e">
  <xsd:schema xmlns:xsd="http://www.w3.org/2001/XMLSchema" xmlns:xs="http://www.w3.org/2001/XMLSchema" xmlns:p="http://schemas.microsoft.com/office/2006/metadata/properties" xmlns:ns2="29710a0d-a916-43a9-8a24-1cbe13199583" xmlns:ns3="17e9a383-b1c7-4c94-a2a2-eacb0c3a46c7" targetNamespace="http://schemas.microsoft.com/office/2006/metadata/properties" ma:root="true" ma:fieldsID="15b51d936a95c51106e2d52ff8cf6082" ns2:_="" ns3:_="">
    <xsd:import namespace="29710a0d-a916-43a9-8a24-1cbe13199583"/>
    <xsd:import namespace="17e9a383-b1c7-4c94-a2a2-eacb0c3a46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710a0d-a916-43a9-8a24-1cbe131995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3d4ceb03-c040-4e28-8a80-56efb7fa70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9a383-b1c7-4c94-a2a2-eacb0c3a46c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b5da3b1-f5bd-4f20-88b3-76d75b082fc4}" ma:internalName="TaxCatchAll" ma:showField="CatchAllData" ma:web="17e9a383-b1c7-4c94-a2a2-eacb0c3a46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BSO999929 xmlns="http://www.datev.de/BSOffice/999929">306d5c34-c375-434d-a27d-82eb08a5504b</BSO999929>
</file>

<file path=customXml/itemProps1.xml><?xml version="1.0" encoding="utf-8"?>
<ds:datastoreItem xmlns:ds="http://schemas.openxmlformats.org/officeDocument/2006/customXml" ds:itemID="{FCEBB26B-F637-4A62-898E-1192B7122F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B0C713-5CE9-4B7C-8871-D96133782421}">
  <ds:schemaRefs>
    <ds:schemaRef ds:uri="17e9a383-b1c7-4c94-a2a2-eacb0c3a46c7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2006/metadata/properties"/>
    <ds:schemaRef ds:uri="29710a0d-a916-43a9-8a24-1cbe13199583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B58AD19-4542-4EA1-9A80-5061D9B879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710a0d-a916-43a9-8a24-1cbe13199583"/>
    <ds:schemaRef ds:uri="17e9a383-b1c7-4c94-a2a2-eacb0c3a46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9F9F5DB5-DBA3-4B49-8C3F-2302D5BDAA47}">
  <ds:schemaRefs>
    <ds:schemaRef ds:uri="http://www.datev.de/BSOffice/99992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1493</Words>
  <Application>Microsoft Office PowerPoint</Application>
  <PresentationFormat>Breitbild</PresentationFormat>
  <Paragraphs>345</Paragraphs>
  <Slides>83</Slides>
  <Notes>0</Notes>
  <HiddenSlides>41</HiddenSlides>
  <MMClips>2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83</vt:i4>
      </vt:variant>
    </vt:vector>
  </HeadingPairs>
  <TitlesOfParts>
    <vt:vector size="88" baseType="lpstr">
      <vt:lpstr>Aptos</vt:lpstr>
      <vt:lpstr>Aptos Display</vt:lpstr>
      <vt:lpstr>Arial</vt:lpstr>
      <vt:lpstr>Roboto</vt:lpstr>
      <vt:lpstr>Office</vt:lpstr>
      <vt:lpstr>Humanoid Academy </vt:lpstr>
      <vt:lpstr>Zeitplan Tag 4</vt:lpstr>
      <vt:lpstr>Systemüberblick G1 (Tag 1 Recap)</vt:lpstr>
      <vt:lpstr>Systemüberblick G1 (Tag 2) </vt:lpstr>
      <vt:lpstr>Systemüberblick G1 (3 Recap)</vt:lpstr>
      <vt:lpstr>Tagesziele(use cases)</vt:lpstr>
      <vt:lpstr>What is RL</vt:lpstr>
      <vt:lpstr>PowerPoint-Präsentation</vt:lpstr>
      <vt:lpstr>EXAMPLE</vt:lpstr>
      <vt:lpstr>PowerPoint-Präsentation</vt:lpstr>
      <vt:lpstr>Training Happens in Simulation</vt:lpstr>
      <vt:lpstr>How It Improves</vt:lpstr>
      <vt:lpstr>REAL ROBOT EXAMPLE</vt:lpstr>
      <vt:lpstr>Why RL is Powerful</vt:lpstr>
      <vt:lpstr>Step-by-Step Working Process </vt:lpstr>
      <vt:lpstr>PowerPoint-Präsentation</vt:lpstr>
      <vt:lpstr>Step 3 – Get Reward </vt:lpstr>
      <vt:lpstr>Step 4 – Improve the Brain </vt:lpstr>
      <vt:lpstr>Step 5 – Repeat Millions of Times </vt:lpstr>
      <vt:lpstr>Tools Used in Reinforcement Learning for Robots</vt:lpstr>
      <vt:lpstr>Machine Learning Frameworks</vt:lpstr>
      <vt:lpstr>Py Torch Vs TensorFlow</vt:lpstr>
      <vt:lpstr>RL Algorithms</vt:lpstr>
      <vt:lpstr>PowerPoint-Präsentation</vt:lpstr>
      <vt:lpstr>Robot Middleware</vt:lpstr>
      <vt:lpstr>Hardware Needed</vt:lpstr>
      <vt:lpstr>PowerPoint-Präsentation</vt:lpstr>
      <vt:lpstr>VLA ??</vt:lpstr>
      <vt:lpstr>Vision-Language-Action (VLA)</vt:lpstr>
      <vt:lpstr>VLA Pipeline</vt:lpstr>
      <vt:lpstr>Wahrnehmung (Perception)</vt:lpstr>
      <vt:lpstr>Sprachverarbeitung</vt:lpstr>
      <vt:lpstr>VLA vs RL</vt:lpstr>
      <vt:lpstr>KI Integration</vt:lpstr>
      <vt:lpstr>Aufgabe 1</vt:lpstr>
      <vt:lpstr>Aufgabe 2</vt:lpstr>
      <vt:lpstr>Objekterkennung</vt:lpstr>
      <vt:lpstr>Zugriff von Kameradaten</vt:lpstr>
      <vt:lpstr>Abschlussaufgabe A</vt:lpstr>
      <vt:lpstr>Aufgabe 3</vt:lpstr>
      <vt:lpstr>Herausforderungen</vt:lpstr>
      <vt:lpstr>Bonusaufgabe</vt:lpstr>
      <vt:lpstr>Abschlussaufgabe B</vt:lpstr>
      <vt:lpstr>Aufgabe 2</vt:lpstr>
      <vt:lpstr>Aktionsausführung</vt:lpstr>
      <vt:lpstr>Gesamtsystem Integration</vt:lpstr>
      <vt:lpstr>Aufgabe 3</vt:lpstr>
      <vt:lpstr>VLA mit G1</vt:lpstr>
      <vt:lpstr>Aufgabe – VLA</vt:lpstr>
      <vt:lpstr>Erweiterte Aufgabe</vt:lpstr>
      <vt:lpstr>Lernergebnis</vt:lpstr>
      <vt:lpstr>Regression Modelle</vt:lpstr>
      <vt:lpstr>Finale Aufgabe</vt:lpstr>
      <vt:lpstr>Simulation: </vt:lpstr>
      <vt:lpstr>Wichtige ROS2 Topics</vt:lpstr>
      <vt:lpstr>Workspace Struktur</vt:lpstr>
      <vt:lpstr>Setup</vt:lpstr>
      <vt:lpstr>PowerPoint-Präsentation</vt:lpstr>
      <vt:lpstr>RViz Setup (Schritt für Schritt)</vt:lpstr>
      <vt:lpstr>Topics:</vt:lpstr>
      <vt:lpstr>RViz Anzeigen hinzufügen</vt:lpstr>
      <vt:lpstr>PowerPoint-Präsentation</vt:lpstr>
      <vt:lpstr>G1 RViz Simulationsablauf</vt:lpstr>
      <vt:lpstr>Tanzen G1 simulation</vt:lpstr>
      <vt:lpstr>PowerPoint-Präsentation</vt:lpstr>
      <vt:lpstr>Aufgabe 3 Mujoco Simulation –go2 </vt:lpstr>
      <vt:lpstr>Mujoco Installation </vt:lpstr>
      <vt:lpstr>Install Required Software (Dependencies)</vt:lpstr>
      <vt:lpstr>Install Unitree SDK2 (Python Version)-Wenn bereits installiert, nicht erneut installieren. </vt:lpstr>
      <vt:lpstr>Common Mistake!!</vt:lpstr>
      <vt:lpstr>How To Fix Cyclone DDS (Simple Way)</vt:lpstr>
      <vt:lpstr>PowerPoint-Präsentation</vt:lpstr>
      <vt:lpstr>Check Robot Configuration</vt:lpstr>
      <vt:lpstr>Start the Simulator</vt:lpstr>
      <vt:lpstr>PowerPoint-Präsentation</vt:lpstr>
      <vt:lpstr>Run the Test Program (New Terminal)</vt:lpstr>
      <vt:lpstr>C++ scripts: </vt:lpstr>
      <vt:lpstr>PowerPoint-Präsentation</vt:lpstr>
      <vt:lpstr>Schritt 2: Run test script</vt:lpstr>
      <vt:lpstr>MJ LAB SIMULATION</vt:lpstr>
      <vt:lpstr>Schritte 1:</vt:lpstr>
      <vt:lpstr>PowerPoint-Präsentation</vt:lpstr>
      <vt:lpstr>Schritte 3:Scripts: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Stefanie Prochnow</dc:creator>
  <cp:lastModifiedBy>Midhun Eldose</cp:lastModifiedBy>
  <cp:revision>351</cp:revision>
  <dcterms:created xsi:type="dcterms:W3CDTF">2025-02-10T19:27:37Z</dcterms:created>
  <dcterms:modified xsi:type="dcterms:W3CDTF">2026-06-18T09:49:49Z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0x010100844D4F068579074781C47F30C60343D3</vt:lpwstr>
  </property>
  <property fmtid="{D5CDD505-2E9C-101B-9397-08002B2CF9AE}" pid="3" name="MediaServiceImageTags">
    <vt:lpwstr/>
  </property>
</Properties>
</file>